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41"/>
  </p:notesMasterIdLst>
  <p:sldIdLst>
    <p:sldId id="256" r:id="rId2"/>
    <p:sldId id="257" r:id="rId3"/>
    <p:sldId id="258" r:id="rId4"/>
    <p:sldId id="286" r:id="rId5"/>
    <p:sldId id="288" r:id="rId6"/>
    <p:sldId id="289" r:id="rId7"/>
    <p:sldId id="262" r:id="rId8"/>
    <p:sldId id="290" r:id="rId9"/>
    <p:sldId id="299" r:id="rId10"/>
    <p:sldId id="300" r:id="rId11"/>
    <p:sldId id="301" r:id="rId12"/>
    <p:sldId id="315" r:id="rId13"/>
    <p:sldId id="291" r:id="rId14"/>
    <p:sldId id="303" r:id="rId15"/>
    <p:sldId id="302" r:id="rId16"/>
    <p:sldId id="316" r:id="rId17"/>
    <p:sldId id="292" r:id="rId18"/>
    <p:sldId id="304" r:id="rId19"/>
    <p:sldId id="306" r:id="rId20"/>
    <p:sldId id="317" r:id="rId21"/>
    <p:sldId id="293" r:id="rId22"/>
    <p:sldId id="305" r:id="rId23"/>
    <p:sldId id="318" r:id="rId24"/>
    <p:sldId id="294" r:id="rId25"/>
    <p:sldId id="311" r:id="rId26"/>
    <p:sldId id="319" r:id="rId27"/>
    <p:sldId id="295" r:id="rId28"/>
    <p:sldId id="307" r:id="rId29"/>
    <p:sldId id="320" r:id="rId30"/>
    <p:sldId id="296" r:id="rId31"/>
    <p:sldId id="308" r:id="rId32"/>
    <p:sldId id="309" r:id="rId33"/>
    <p:sldId id="297" r:id="rId34"/>
    <p:sldId id="321" r:id="rId35"/>
    <p:sldId id="310" r:id="rId36"/>
    <p:sldId id="298" r:id="rId37"/>
    <p:sldId id="313" r:id="rId38"/>
    <p:sldId id="314" r:id="rId39"/>
    <p:sldId id="312" r:id="rId40"/>
  </p:sldIdLst>
  <p:sldSz cx="9144000" cy="5143500" type="screen16x9"/>
  <p:notesSz cx="6858000" cy="9144000"/>
  <p:embeddedFontLst>
    <p:embeddedFont>
      <p:font typeface="Anaheim" panose="020B0604020202020204" charset="-18"/>
      <p:regular r:id="rId42"/>
      <p:bold r:id="rId43"/>
    </p:embeddedFont>
    <p:embeddedFont>
      <p:font typeface="Oranienbaum" panose="02000506080000020003" pitchFamily="2" charset="0"/>
      <p:regular r:id="rId44"/>
    </p:embeddedFont>
    <p:embeddedFont>
      <p:font typeface="Roboto Condensed Light" panose="02000000000000000000" pitchFamily="2" charset="0"/>
      <p:regular r:id="rId45"/>
      <p: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FAA3DD6-46B1-44B5-99E1-779C2C1BE461}">
  <a:tblStyle styleId="{6FAA3DD6-46B1-44B5-99E1-779C2C1BE46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23:06:21.7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6T23:01:41.89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1,'4556'0,"-4532"0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6T23:02:59.39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1,'4153'0,"-4127"0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6T23:03:49.20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0,'4564'0,"-4537"0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6T23:05:25.46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1,'4232'0,"-4198"0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6T23:05:36.69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0,'5623'0,"-5597"0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6T23:05:51.96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0,'3210'0,"-3180"0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0:25:52.77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1,'8927'0,"-8901"0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0:25:58.35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0,'7033'0,"-6980"0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0:26:41.42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2851 119,'-40'0,"0"2,0 1,-75 16,91-14,0-1,-33 1,36-4,0 1,0 0,-35 10,12-4,23-4,47 0,151 18,-78-8,162 2,-349-24,7 0,-322 6,212 3,-147 4,165 3,-4 1,120-9,0 2,-65 12,-7 13,102-23,0-2,0 0,-47-4,12 0,-62 1,-214 7,288 0,33-2,0-2,0 0,0-1,0-1,0 0,0-2,0 0,-21-5,35 6,0-1,0 1,-1-1,1 0,1 0,-1 0,0 0,0-1,1 1,-1-1,1 1,0-1,0 0,0 0,0 0,0 0,1-1,0 1,-1 0,1-1,0 1,1 0,-2-7,0-8,1 0,1 0,2-29,1 7,-4 37,1 0,0 1,0-1,0 0,1 0,-1 1,1-1,-1 0,1 1,2-6,-1 7,-1 0,0 0,1-1,-1 1,1 0,0 1,-1-1,1 0,0 0,0 1,-1-1,1 1,0 0,0-1,0 1,-1 0,4 0,69-4,96 8,-25 1,-117-5,-15 1,1-1,0 0,0-1,0 0,0-2,0 1,-1-2,16-5,-9 3,1 0,-1 1,1 2,-1 0,1 1,38 1,-13 0,567-3,-336 6,-134 9,-14 0,149 4,-150-6,-113-9,13 1,-1 1,1 1,-1 1,1 1,51 18,-74-20,0 0,0 0,0 0,-1 1,7 6,-10-9,-1-1,1 0,-1 1,1-1,-1 0,1 1,-1-1,1 1,-1-1,1 1,-1-1,0 1,1-1,-1 1,0-1,0 1,1 0,-1-1,0 1,0-1,0 1,0 0,0-1,0 1,0-1,0 1,0 0,0-1,0 1,0 0,0-1,0 1,-1-1,1 1,0-1,0 1,-1 0,1-1,0 1,-1-1,1 1,-1-1,1 0,-1 1,1-1,-1 1,1-1,-1 0,1 1,-1-1,1 0,-1 0,1 1,-1-1,0 0,1 0,-1 0,1 0,-1 0,0 0,1 0,-1 0,-1 0,-29 4,-1-2,1-2,-37-3,11 0,-876 0,72 1,768-5,-175-35,247 38,-41-5,-1 4,-104 3,95 2,62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0:26:42.91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508 77,'-470'0,"439"-5,30 5,1 0,0 0,-1 0,1 0,0 0,-1-1,1 1,0 0,0 0,-1 0,1-1,0 1,0 0,-1 0,1-1,0 1,0 0,0 0,-1-1,1 1,0 0,0-1,0 1,0 0,0-1,0 1,0 0,-1-1,13-11,1 4,0 1,1 1,0 0,0 1,0 0,0 2,1-1,23-1,-6 3,-1 1,1 1,32 6,-63-7,1 1,-1 0,1 0,0 1,-1-1,1 0,-1 0,1 1,-1-1,1 1,-1-1,0 1,1 0,-1-1,0 1,1 0,-1 0,0 0,0 0,2 2,-3-2,0 1,-1-1,1 1,0-1,-1 1,1-1,-1 1,1-1,-1 0,0 1,0-1,0 0,1 0,-1 1,0-1,0 0,-1 0,1 0,-1 1,-14 20,10-11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0:28:34.42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68,'5911'0,"-5686"-15,-46 1,174-2,307-6,3568 23,-3957 17,-110-5,-43-5,537 20,1417-29,-1683 17,7 1,320-19,-667 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0:31:02.163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0,'27'0,"43"0,35 0,45 0,13 0,0 0,-10 0,-27 0,-29 0,-25 0,-14 0,-12 0,-2 0,2 0,-1 0,-4 0,-7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0:31:03.614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0,'2042'0,"-2002"0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0:31:04.90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0,'13'5,"0"0,0-2,0 1,1-2,23 3,15 2,141 31,1-9,216 5,202-35,-258-1,-128-16,-168 11,-19 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0:31:07.38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1,'3'2,"1"0,1-1,-1 1,0-1,0 0,1 0,-1 0,0-1,7 0,14 2,110 18,317 34,568-40,-599-18,780 4,-1185 0,0 0,0-1,0-1,0-1,29-8,6-10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0:31:10.724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27,'10'0,"1"2,-1-1,0 1,0 0,15 6,5 1,73 15,1-5,168 9,213-21,-361-8,969-3,-755-23,-177-6,-109 20,96-11,58 2,-165 17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0:31:12.514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0 442,'85'13,"1"-4,126-2,-118-6,812 1,-841-6,113-22,59-32,-157 34,84-39,-132 48,-1-3,-1 0,35-28,-21 14,135-102,-135 98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0:31:15.88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0 356,'11'-9,"1"1,-1 0,1 0,1 1,-1 1,1 0,1 0,-1 2,25-6,-24 6,50-13,108-14,76 8,-41 4,124-8,-273 23,-1-2,0-3,-1-3,0-1,65-26,-61 19,0 4,2 2,-1 2,2 4,-1 2,66 2,150 6,-218-2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0:31:19.138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3092 1,'-3'2,"0"1,-1-1,1 0,-1 0,0 0,1 0,-1 0,0-1,0 0,-7 2,-45 2,40-4,-76 5,-124 12,70 3,-220 3,-1740-26,2059 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16dd540804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16dd540804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16dd540804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16dd540804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175358362a_0_8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175358362a_0_8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>
          <a:extLst>
            <a:ext uri="{FF2B5EF4-FFF2-40B4-BE49-F238E27FC236}">
              <a16:creationId xmlns:a16="http://schemas.microsoft.com/office/drawing/2014/main" id="{89B329B5-226B-2ABC-928D-19E19151B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175358362a_0_819:notes">
            <a:extLst>
              <a:ext uri="{FF2B5EF4-FFF2-40B4-BE49-F238E27FC236}">
                <a16:creationId xmlns:a16="http://schemas.microsoft.com/office/drawing/2014/main" id="{58F5668A-70C1-D483-3CF6-3D49E74A58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175358362a_0_819:notes">
            <a:extLst>
              <a:ext uri="{FF2B5EF4-FFF2-40B4-BE49-F238E27FC236}">
                <a16:creationId xmlns:a16="http://schemas.microsoft.com/office/drawing/2014/main" id="{1889E513-5E13-E31F-E38D-95D5249F96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3419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6FC9F4DE-DC96-3FEE-A50B-1EF17A461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16dd540804_1_15:notes">
            <a:extLst>
              <a:ext uri="{FF2B5EF4-FFF2-40B4-BE49-F238E27FC236}">
                <a16:creationId xmlns:a16="http://schemas.microsoft.com/office/drawing/2014/main" id="{52FEC4D0-E082-84F3-C857-465E78DFC0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16dd540804_1_15:notes">
            <a:extLst>
              <a:ext uri="{FF2B5EF4-FFF2-40B4-BE49-F238E27FC236}">
                <a16:creationId xmlns:a16="http://schemas.microsoft.com/office/drawing/2014/main" id="{C8B7A5B0-EE47-05F5-9680-A69EFCCFCA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2134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16dd540804_1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16dd540804_1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71600" y="859536"/>
            <a:ext cx="6400800" cy="192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86000" y="3054096"/>
            <a:ext cx="45720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09863" y="143938"/>
            <a:ext cx="8724275" cy="4855625"/>
            <a:chOff x="209625" y="144000"/>
            <a:chExt cx="8724275" cy="4855625"/>
          </a:xfrm>
        </p:grpSpPr>
        <p:sp>
          <p:nvSpPr>
            <p:cNvPr id="12" name="Google Shape;12;p2"/>
            <p:cNvSpPr/>
            <p:nvPr/>
          </p:nvSpPr>
          <p:spPr>
            <a:xfrm>
              <a:off x="209625" y="144000"/>
              <a:ext cx="247800" cy="2478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09625" y="4751825"/>
              <a:ext cx="247800" cy="2478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686100" y="144000"/>
              <a:ext cx="247800" cy="2478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686100" y="4751825"/>
              <a:ext cx="247800" cy="247800"/>
            </a:xfrm>
            <a:prstGeom prst="diamond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2132799" y="1034101"/>
            <a:ext cx="2582312" cy="5801740"/>
          </a:xfrm>
          <a:custGeom>
            <a:avLst/>
            <a:gdLst/>
            <a:ahLst/>
            <a:cxnLst/>
            <a:rect l="l" t="t" r="r" b="b"/>
            <a:pathLst>
              <a:path w="17011" h="38219" extrusionOk="0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562674" y="-1388749"/>
            <a:ext cx="2582312" cy="5801740"/>
          </a:xfrm>
          <a:custGeom>
            <a:avLst/>
            <a:gdLst/>
            <a:ahLst/>
            <a:cxnLst/>
            <a:rect l="l" t="t" r="r" b="b"/>
            <a:pathLst>
              <a:path w="17011" h="38219" extrusionOk="0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4820350" y="2659450"/>
            <a:ext cx="3185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 b="1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2" hasCustomPrompt="1"/>
          </p:nvPr>
        </p:nvSpPr>
        <p:spPr>
          <a:xfrm>
            <a:off x="4820350" y="887025"/>
            <a:ext cx="31854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5140600" y="3499575"/>
            <a:ext cx="2544900" cy="7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720100" y="1394700"/>
            <a:ext cx="7704000" cy="32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4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 rot="5400000">
            <a:off x="491572" y="439372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 rot="-5400000">
            <a:off x="8195572" y="-20238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 rot="10800000">
            <a:off x="111672" y="19344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8590622" y="402869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1"/>
          </p:nvPr>
        </p:nvSpPr>
        <p:spPr>
          <a:xfrm>
            <a:off x="1359850" y="3433125"/>
            <a:ext cx="2887200" cy="11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2"/>
          </p:nvPr>
        </p:nvSpPr>
        <p:spPr>
          <a:xfrm>
            <a:off x="1618413" y="28985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3"/>
          </p:nvPr>
        </p:nvSpPr>
        <p:spPr>
          <a:xfrm>
            <a:off x="4897050" y="3433125"/>
            <a:ext cx="2887200" cy="11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4"/>
          </p:nvPr>
        </p:nvSpPr>
        <p:spPr>
          <a:xfrm>
            <a:off x="5155588" y="2898525"/>
            <a:ext cx="2370000" cy="53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2800" b="1"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ranienbaum"/>
              <a:buNone/>
              <a:defRPr sz="3000"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/>
          <p:nvPr/>
        </p:nvSpPr>
        <p:spPr>
          <a:xfrm rot="5400000">
            <a:off x="491572" y="439372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 rot="-5400000">
            <a:off x="8195572" y="-202380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/>
          <p:nvPr/>
        </p:nvSpPr>
        <p:spPr>
          <a:xfrm rot="10800000">
            <a:off x="111672" y="19344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8590622" y="4028695"/>
            <a:ext cx="456865" cy="959034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body" idx="1"/>
          </p:nvPr>
        </p:nvSpPr>
        <p:spPr>
          <a:xfrm>
            <a:off x="720000" y="1692550"/>
            <a:ext cx="4655400" cy="23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lphaLcPeriod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rabicPeriod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lphaLcPeriod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romanLcPeriod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rabicPeriod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lphaLcPeriod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56" name="Google Shape;56;p7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57" name="Google Shape;57;p7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7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7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7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/>
        </p:nvSpPr>
        <p:spPr>
          <a:xfrm>
            <a:off x="3904176" y="540000"/>
            <a:ext cx="2529280" cy="6410354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9"/>
          <p:cNvSpPr/>
          <p:nvPr/>
        </p:nvSpPr>
        <p:spPr>
          <a:xfrm rot="-5400000">
            <a:off x="6565639" y="140623"/>
            <a:ext cx="1498325" cy="2218378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9"/>
          <p:cNvSpPr/>
          <p:nvPr/>
        </p:nvSpPr>
        <p:spPr>
          <a:xfrm rot="10800000">
            <a:off x="3260709" y="-313806"/>
            <a:ext cx="1242832" cy="2608847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6345932" y="2088501"/>
            <a:ext cx="1937723" cy="4353526"/>
          </a:xfrm>
          <a:custGeom>
            <a:avLst/>
            <a:gdLst/>
            <a:ahLst/>
            <a:cxnLst/>
            <a:rect l="l" t="t" r="r" b="b"/>
            <a:pathLst>
              <a:path w="17011" h="38219" extrusionOk="0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9"/>
          <p:cNvSpPr/>
          <p:nvPr/>
        </p:nvSpPr>
        <p:spPr>
          <a:xfrm rot="5400000" flipH="1">
            <a:off x="1080039" y="140623"/>
            <a:ext cx="1498325" cy="2218378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title"/>
          </p:nvPr>
        </p:nvSpPr>
        <p:spPr>
          <a:xfrm>
            <a:off x="720000" y="2310300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81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720000" y="3651600"/>
            <a:ext cx="3475200" cy="9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9" name="Google Shape;79;p9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9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>
            <a:spLocks noGrp="1"/>
          </p:cNvSpPr>
          <p:nvPr>
            <p:ph type="body" idx="1"/>
          </p:nvPr>
        </p:nvSpPr>
        <p:spPr>
          <a:xfrm>
            <a:off x="947925" y="922700"/>
            <a:ext cx="32655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900" b="1">
                <a:solidFill>
                  <a:schemeClr val="lt2"/>
                </a:solidFill>
                <a:latin typeface="Oranienbaum"/>
                <a:ea typeface="Oranienbaum"/>
                <a:cs typeface="Oranienbaum"/>
                <a:sym typeface="Oranienbaum"/>
              </a:defRPr>
            </a:lvl1pPr>
          </a:lstStyle>
          <a:p>
            <a:endParaRPr/>
          </a:p>
        </p:txBody>
      </p:sp>
      <p:sp>
        <p:nvSpPr>
          <p:cNvPr id="86" name="Google Shape;86;p10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0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0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0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0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/>
          <p:nvPr/>
        </p:nvSpPr>
        <p:spPr>
          <a:xfrm>
            <a:off x="1235225" y="470300"/>
            <a:ext cx="2442901" cy="6191431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1"/>
          <p:cNvSpPr/>
          <p:nvPr/>
        </p:nvSpPr>
        <p:spPr>
          <a:xfrm rot="5400000" flipH="1">
            <a:off x="3525284" y="2967881"/>
            <a:ext cx="1127185" cy="166885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1"/>
          <p:cNvSpPr/>
          <p:nvPr/>
        </p:nvSpPr>
        <p:spPr>
          <a:xfrm rot="10800000">
            <a:off x="875385" y="-295531"/>
            <a:ext cx="932089" cy="1956606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1"/>
          <p:cNvSpPr/>
          <p:nvPr/>
        </p:nvSpPr>
        <p:spPr>
          <a:xfrm rot="5400000">
            <a:off x="-1198893" y="1625551"/>
            <a:ext cx="1937723" cy="4353526"/>
          </a:xfrm>
          <a:custGeom>
            <a:avLst/>
            <a:gdLst/>
            <a:ahLst/>
            <a:cxnLst/>
            <a:rect l="l" t="t" r="r" b="b"/>
            <a:pathLst>
              <a:path w="17011" h="38219" extrusionOk="0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1"/>
          <p:cNvSpPr/>
          <p:nvPr/>
        </p:nvSpPr>
        <p:spPr>
          <a:xfrm rot="5400000" flipH="1">
            <a:off x="-98266" y="1479981"/>
            <a:ext cx="1127185" cy="1668852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title" hasCustomPrompt="1"/>
          </p:nvPr>
        </p:nvSpPr>
        <p:spPr>
          <a:xfrm>
            <a:off x="3185300" y="870475"/>
            <a:ext cx="5238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8" name="Google Shape;98;p11"/>
          <p:cNvSpPr txBox="1">
            <a:spLocks noGrp="1"/>
          </p:cNvSpPr>
          <p:nvPr>
            <p:ph type="subTitle" idx="1"/>
          </p:nvPr>
        </p:nvSpPr>
        <p:spPr>
          <a:xfrm>
            <a:off x="5458800" y="2765788"/>
            <a:ext cx="2965200" cy="6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1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1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1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1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1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107" name="Google Shape;107;p13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108" name="Google Shape;108;p13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333900" y="268500"/>
            <a:ext cx="8476200" cy="460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209625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209625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8686100" y="144000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8686100" y="4751825"/>
            <a:ext cx="247800" cy="2478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6"/>
          <p:cNvGrpSpPr/>
          <p:nvPr/>
        </p:nvGrpSpPr>
        <p:grpSpPr>
          <a:xfrm>
            <a:off x="116074" y="58479"/>
            <a:ext cx="8921627" cy="5033415"/>
            <a:chOff x="116074" y="58479"/>
            <a:chExt cx="8921627" cy="5033415"/>
          </a:xfrm>
        </p:grpSpPr>
        <p:sp>
          <p:nvSpPr>
            <p:cNvPr id="127" name="Google Shape;127;p16"/>
            <p:cNvSpPr/>
            <p:nvPr/>
          </p:nvSpPr>
          <p:spPr>
            <a:xfrm>
              <a:off x="333900" y="268500"/>
              <a:ext cx="8476200" cy="46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 rot="5400000">
              <a:off x="348124" y="-49179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 rot="10800000">
              <a:off x="8600399" y="1557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 rot="-5400000" flipH="1">
              <a:off x="8376924" y="4546933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116074" y="4317271"/>
              <a:ext cx="437302" cy="652618"/>
            </a:xfrm>
            <a:custGeom>
              <a:avLst/>
              <a:gdLst/>
              <a:ahLst/>
              <a:cxnLst/>
              <a:rect l="l" t="t" r="r" b="b"/>
              <a:pathLst>
                <a:path w="10618" h="15846" extrusionOk="0">
                  <a:moveTo>
                    <a:pt x="5188" y="0"/>
                  </a:moveTo>
                  <a:cubicBezTo>
                    <a:pt x="3806" y="0"/>
                    <a:pt x="2682" y="1111"/>
                    <a:pt x="2669" y="2505"/>
                  </a:cubicBezTo>
                  <a:cubicBezTo>
                    <a:pt x="2669" y="3603"/>
                    <a:pt x="3373" y="4551"/>
                    <a:pt x="4361" y="4889"/>
                  </a:cubicBezTo>
                  <a:cubicBezTo>
                    <a:pt x="1923" y="5105"/>
                    <a:pt x="1613" y="6080"/>
                    <a:pt x="3400" y="6284"/>
                  </a:cubicBezTo>
                  <a:cubicBezTo>
                    <a:pt x="3576" y="8857"/>
                    <a:pt x="3305" y="11024"/>
                    <a:pt x="2235" y="11822"/>
                  </a:cubicBezTo>
                  <a:cubicBezTo>
                    <a:pt x="1165" y="12622"/>
                    <a:pt x="515" y="12879"/>
                    <a:pt x="488" y="13326"/>
                  </a:cubicBezTo>
                  <a:cubicBezTo>
                    <a:pt x="461" y="13773"/>
                    <a:pt x="746" y="14030"/>
                    <a:pt x="1030" y="14125"/>
                  </a:cubicBezTo>
                  <a:cubicBezTo>
                    <a:pt x="123" y="14531"/>
                    <a:pt x="0" y="14897"/>
                    <a:pt x="231" y="15222"/>
                  </a:cubicBezTo>
                  <a:cubicBezTo>
                    <a:pt x="529" y="15629"/>
                    <a:pt x="1436" y="15791"/>
                    <a:pt x="2790" y="15818"/>
                  </a:cubicBezTo>
                  <a:cubicBezTo>
                    <a:pt x="3373" y="15831"/>
                    <a:pt x="4213" y="15845"/>
                    <a:pt x="5107" y="15845"/>
                  </a:cubicBezTo>
                  <a:lnTo>
                    <a:pt x="6474" y="15845"/>
                  </a:lnTo>
                  <a:cubicBezTo>
                    <a:pt x="6488" y="15845"/>
                    <a:pt x="6515" y="15831"/>
                    <a:pt x="6542" y="15831"/>
                  </a:cubicBezTo>
                  <a:lnTo>
                    <a:pt x="7016" y="15831"/>
                  </a:lnTo>
                  <a:cubicBezTo>
                    <a:pt x="7151" y="15818"/>
                    <a:pt x="7273" y="15818"/>
                    <a:pt x="7395" y="15818"/>
                  </a:cubicBezTo>
                  <a:lnTo>
                    <a:pt x="7436" y="15818"/>
                  </a:lnTo>
                  <a:cubicBezTo>
                    <a:pt x="7557" y="15804"/>
                    <a:pt x="7666" y="15804"/>
                    <a:pt x="7774" y="15791"/>
                  </a:cubicBezTo>
                  <a:lnTo>
                    <a:pt x="7855" y="15791"/>
                  </a:lnTo>
                  <a:cubicBezTo>
                    <a:pt x="7964" y="15791"/>
                    <a:pt x="8086" y="15777"/>
                    <a:pt x="8194" y="15764"/>
                  </a:cubicBezTo>
                  <a:lnTo>
                    <a:pt x="8248" y="15764"/>
                  </a:lnTo>
                  <a:cubicBezTo>
                    <a:pt x="8343" y="15764"/>
                    <a:pt x="8438" y="15750"/>
                    <a:pt x="8532" y="15737"/>
                  </a:cubicBezTo>
                  <a:lnTo>
                    <a:pt x="8586" y="15737"/>
                  </a:lnTo>
                  <a:cubicBezTo>
                    <a:pt x="8682" y="15723"/>
                    <a:pt x="8776" y="15723"/>
                    <a:pt x="8857" y="15710"/>
                  </a:cubicBezTo>
                  <a:cubicBezTo>
                    <a:pt x="8884" y="15710"/>
                    <a:pt x="8899" y="15696"/>
                    <a:pt x="8912" y="15696"/>
                  </a:cubicBezTo>
                  <a:cubicBezTo>
                    <a:pt x="9007" y="15683"/>
                    <a:pt x="9088" y="15669"/>
                    <a:pt x="9169" y="15656"/>
                  </a:cubicBezTo>
                  <a:cubicBezTo>
                    <a:pt x="10510" y="15425"/>
                    <a:pt x="10618" y="14450"/>
                    <a:pt x="9521" y="14206"/>
                  </a:cubicBezTo>
                  <a:cubicBezTo>
                    <a:pt x="10036" y="13773"/>
                    <a:pt x="10226" y="12974"/>
                    <a:pt x="9589" y="12757"/>
                  </a:cubicBezTo>
                  <a:cubicBezTo>
                    <a:pt x="8939" y="12541"/>
                    <a:pt x="7801" y="11850"/>
                    <a:pt x="7178" y="10320"/>
                  </a:cubicBezTo>
                  <a:cubicBezTo>
                    <a:pt x="6596" y="8897"/>
                    <a:pt x="6826" y="6595"/>
                    <a:pt x="6853" y="6297"/>
                  </a:cubicBezTo>
                  <a:cubicBezTo>
                    <a:pt x="6853" y="6270"/>
                    <a:pt x="6867" y="6257"/>
                    <a:pt x="6867" y="6257"/>
                  </a:cubicBezTo>
                  <a:cubicBezTo>
                    <a:pt x="6867" y="6257"/>
                    <a:pt x="7896" y="6243"/>
                    <a:pt x="8140" y="5891"/>
                  </a:cubicBezTo>
                  <a:cubicBezTo>
                    <a:pt x="8397" y="5539"/>
                    <a:pt x="7368" y="5038"/>
                    <a:pt x="6000" y="4889"/>
                  </a:cubicBezTo>
                  <a:cubicBezTo>
                    <a:pt x="6975" y="4551"/>
                    <a:pt x="7680" y="3616"/>
                    <a:pt x="7693" y="2519"/>
                  </a:cubicBezTo>
                  <a:cubicBezTo>
                    <a:pt x="7693" y="2438"/>
                    <a:pt x="7680" y="2370"/>
                    <a:pt x="7680" y="2288"/>
                  </a:cubicBezTo>
                  <a:cubicBezTo>
                    <a:pt x="7680" y="2261"/>
                    <a:pt x="7680" y="2234"/>
                    <a:pt x="7666" y="2207"/>
                  </a:cubicBezTo>
                  <a:cubicBezTo>
                    <a:pt x="7666" y="2153"/>
                    <a:pt x="7653" y="2113"/>
                    <a:pt x="7653" y="2059"/>
                  </a:cubicBezTo>
                  <a:cubicBezTo>
                    <a:pt x="7638" y="2032"/>
                    <a:pt x="7638" y="2004"/>
                    <a:pt x="7625" y="1963"/>
                  </a:cubicBezTo>
                  <a:cubicBezTo>
                    <a:pt x="7611" y="1923"/>
                    <a:pt x="7611" y="1869"/>
                    <a:pt x="7598" y="1828"/>
                  </a:cubicBezTo>
                  <a:cubicBezTo>
                    <a:pt x="7584" y="1801"/>
                    <a:pt x="7571" y="1774"/>
                    <a:pt x="7571" y="1747"/>
                  </a:cubicBezTo>
                  <a:cubicBezTo>
                    <a:pt x="7557" y="1692"/>
                    <a:pt x="7530" y="1652"/>
                    <a:pt x="7517" y="1598"/>
                  </a:cubicBezTo>
                  <a:cubicBezTo>
                    <a:pt x="7503" y="1571"/>
                    <a:pt x="7503" y="1557"/>
                    <a:pt x="7490" y="1530"/>
                  </a:cubicBezTo>
                  <a:cubicBezTo>
                    <a:pt x="7463" y="1463"/>
                    <a:pt x="7422" y="1395"/>
                    <a:pt x="7395" y="1327"/>
                  </a:cubicBezTo>
                  <a:cubicBezTo>
                    <a:pt x="7382" y="1313"/>
                    <a:pt x="7382" y="1300"/>
                    <a:pt x="7368" y="1300"/>
                  </a:cubicBezTo>
                  <a:cubicBezTo>
                    <a:pt x="7341" y="1246"/>
                    <a:pt x="7313" y="1192"/>
                    <a:pt x="7273" y="1138"/>
                  </a:cubicBezTo>
                  <a:cubicBezTo>
                    <a:pt x="7259" y="1111"/>
                    <a:pt x="7246" y="1097"/>
                    <a:pt x="7232" y="1069"/>
                  </a:cubicBezTo>
                  <a:cubicBezTo>
                    <a:pt x="7205" y="1029"/>
                    <a:pt x="7178" y="988"/>
                    <a:pt x="7151" y="961"/>
                  </a:cubicBezTo>
                  <a:cubicBezTo>
                    <a:pt x="7124" y="934"/>
                    <a:pt x="7111" y="907"/>
                    <a:pt x="7084" y="880"/>
                  </a:cubicBezTo>
                  <a:cubicBezTo>
                    <a:pt x="7057" y="853"/>
                    <a:pt x="7030" y="826"/>
                    <a:pt x="7003" y="786"/>
                  </a:cubicBezTo>
                  <a:cubicBezTo>
                    <a:pt x="6975" y="772"/>
                    <a:pt x="6961" y="744"/>
                    <a:pt x="6934" y="717"/>
                  </a:cubicBezTo>
                  <a:cubicBezTo>
                    <a:pt x="6907" y="690"/>
                    <a:pt x="6867" y="663"/>
                    <a:pt x="6840" y="636"/>
                  </a:cubicBezTo>
                  <a:lnTo>
                    <a:pt x="6772" y="569"/>
                  </a:lnTo>
                  <a:cubicBezTo>
                    <a:pt x="6718" y="528"/>
                    <a:pt x="6677" y="501"/>
                    <a:pt x="6636" y="474"/>
                  </a:cubicBezTo>
                  <a:lnTo>
                    <a:pt x="6515" y="392"/>
                  </a:lnTo>
                  <a:cubicBezTo>
                    <a:pt x="6488" y="365"/>
                    <a:pt x="6447" y="352"/>
                    <a:pt x="6420" y="325"/>
                  </a:cubicBezTo>
                  <a:cubicBezTo>
                    <a:pt x="6380" y="311"/>
                    <a:pt x="6352" y="298"/>
                    <a:pt x="6311" y="271"/>
                  </a:cubicBezTo>
                  <a:cubicBezTo>
                    <a:pt x="6284" y="257"/>
                    <a:pt x="6244" y="244"/>
                    <a:pt x="6217" y="230"/>
                  </a:cubicBezTo>
                  <a:cubicBezTo>
                    <a:pt x="6176" y="217"/>
                    <a:pt x="6149" y="203"/>
                    <a:pt x="6109" y="190"/>
                  </a:cubicBezTo>
                  <a:cubicBezTo>
                    <a:pt x="6082" y="176"/>
                    <a:pt x="6040" y="163"/>
                    <a:pt x="6000" y="149"/>
                  </a:cubicBezTo>
                  <a:cubicBezTo>
                    <a:pt x="5973" y="136"/>
                    <a:pt x="5932" y="122"/>
                    <a:pt x="5892" y="109"/>
                  </a:cubicBezTo>
                  <a:cubicBezTo>
                    <a:pt x="5892" y="109"/>
                    <a:pt x="5878" y="109"/>
                    <a:pt x="5865" y="94"/>
                  </a:cubicBezTo>
                  <a:lnTo>
                    <a:pt x="5865" y="94"/>
                  </a:lnTo>
                  <a:cubicBezTo>
                    <a:pt x="5865" y="94"/>
                    <a:pt x="5865" y="102"/>
                    <a:pt x="5870" y="106"/>
                  </a:cubicBezTo>
                  <a:lnTo>
                    <a:pt x="5870" y="106"/>
                  </a:lnTo>
                  <a:cubicBezTo>
                    <a:pt x="5656" y="39"/>
                    <a:pt x="5429" y="0"/>
                    <a:pt x="5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anienbaum"/>
              <a:buNone/>
              <a:defRPr sz="32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●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○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Char char="■"/>
              <a:defRPr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6.xml"/><Relationship Id="rId3" Type="http://schemas.openxmlformats.org/officeDocument/2006/relationships/image" Target="../media/image4.png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5" Type="http://schemas.openxmlformats.org/officeDocument/2006/relationships/customXml" Target="../ink/ink9.xml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customXml" Target="../ink/ink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customXml" Target="../ink/ink18.xml"/><Relationship Id="rId18" Type="http://schemas.openxmlformats.org/officeDocument/2006/relationships/image" Target="../media/image34.png"/><Relationship Id="rId3" Type="http://schemas.openxmlformats.org/officeDocument/2006/relationships/customXml" Target="../ink/ink13.xml"/><Relationship Id="rId7" Type="http://schemas.openxmlformats.org/officeDocument/2006/relationships/customXml" Target="../ink/ink15.xml"/><Relationship Id="rId12" Type="http://schemas.openxmlformats.org/officeDocument/2006/relationships/image" Target="../media/image31.png"/><Relationship Id="rId17" Type="http://schemas.openxmlformats.org/officeDocument/2006/relationships/customXml" Target="../ink/ink20.xml"/><Relationship Id="rId2" Type="http://schemas.openxmlformats.org/officeDocument/2006/relationships/image" Target="../media/image26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11" Type="http://schemas.openxmlformats.org/officeDocument/2006/relationships/customXml" Target="../ink/ink17.xml"/><Relationship Id="rId5" Type="http://schemas.openxmlformats.org/officeDocument/2006/relationships/customXml" Target="../ink/ink14.xml"/><Relationship Id="rId15" Type="http://schemas.openxmlformats.org/officeDocument/2006/relationships/customXml" Target="../ink/ink19.xml"/><Relationship Id="rId10" Type="http://schemas.openxmlformats.org/officeDocument/2006/relationships/image" Target="../media/image30.png"/><Relationship Id="rId4" Type="http://schemas.openxmlformats.org/officeDocument/2006/relationships/image" Target="../media/image27.png"/><Relationship Id="rId9" Type="http://schemas.openxmlformats.org/officeDocument/2006/relationships/customXml" Target="../ink/ink16.xml"/><Relationship Id="rId1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>
            <a:spLocks noGrp="1"/>
          </p:cNvSpPr>
          <p:nvPr>
            <p:ph type="ctrTitle"/>
          </p:nvPr>
        </p:nvSpPr>
        <p:spPr>
          <a:xfrm>
            <a:off x="1371600" y="859536"/>
            <a:ext cx="6400800" cy="192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5500" dirty="0"/>
              <a:t>Analýza šachových partií</a:t>
            </a:r>
            <a:endParaRPr sz="6500" dirty="0"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1"/>
          </p:nvPr>
        </p:nvSpPr>
        <p:spPr>
          <a:xfrm>
            <a:off x="2286000" y="3054096"/>
            <a:ext cx="45720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Viktor Havlík</a:t>
            </a:r>
            <a:endParaRPr dirty="0"/>
          </a:p>
        </p:txBody>
      </p:sp>
      <p:grpSp>
        <p:nvGrpSpPr>
          <p:cNvPr id="142" name="Google Shape;142;p19"/>
          <p:cNvGrpSpPr/>
          <p:nvPr/>
        </p:nvGrpSpPr>
        <p:grpSpPr>
          <a:xfrm>
            <a:off x="3888450" y="585216"/>
            <a:ext cx="1367100" cy="179100"/>
            <a:chOff x="3812225" y="-250925"/>
            <a:chExt cx="1367100" cy="179100"/>
          </a:xfrm>
        </p:grpSpPr>
        <p:sp>
          <p:nvSpPr>
            <p:cNvPr id="143" name="Google Shape;143;p19"/>
            <p:cNvSpPr/>
            <p:nvPr/>
          </p:nvSpPr>
          <p:spPr>
            <a:xfrm>
              <a:off x="3812225" y="-250925"/>
              <a:ext cx="179100" cy="179100"/>
            </a:xfrm>
            <a:prstGeom prst="diamond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4406225" y="-250925"/>
              <a:ext cx="179100" cy="179100"/>
            </a:xfrm>
            <a:prstGeom prst="diamond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9"/>
            <p:cNvSpPr/>
            <p:nvPr/>
          </p:nvSpPr>
          <p:spPr>
            <a:xfrm>
              <a:off x="5000225" y="-250925"/>
              <a:ext cx="179100" cy="179100"/>
            </a:xfrm>
            <a:prstGeom prst="diamond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" name="Google Shape;146;p19"/>
          <p:cNvSpPr/>
          <p:nvPr/>
        </p:nvSpPr>
        <p:spPr>
          <a:xfrm>
            <a:off x="3144089" y="3872606"/>
            <a:ext cx="498765" cy="731504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9"/>
          <p:cNvSpPr/>
          <p:nvPr/>
        </p:nvSpPr>
        <p:spPr>
          <a:xfrm flipH="1">
            <a:off x="2372182" y="3689727"/>
            <a:ext cx="441973" cy="914383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9"/>
          <p:cNvSpPr/>
          <p:nvPr/>
        </p:nvSpPr>
        <p:spPr>
          <a:xfrm flipH="1">
            <a:off x="1548461" y="3506843"/>
            <a:ext cx="493787" cy="1097267"/>
          </a:xfrm>
          <a:custGeom>
            <a:avLst/>
            <a:gdLst/>
            <a:ahLst/>
            <a:cxnLst/>
            <a:rect l="l" t="t" r="r" b="b"/>
            <a:pathLst>
              <a:path w="17011" h="38219" extrusionOk="0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720012" y="3323953"/>
            <a:ext cx="498515" cy="1280157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9"/>
          <p:cNvSpPr/>
          <p:nvPr/>
        </p:nvSpPr>
        <p:spPr>
          <a:xfrm flipH="1">
            <a:off x="4736973" y="3964011"/>
            <a:ext cx="434250" cy="640099"/>
          </a:xfrm>
          <a:custGeom>
            <a:avLst/>
            <a:gdLst/>
            <a:ahLst/>
            <a:cxnLst/>
            <a:rect l="l" t="t" r="r" b="b"/>
            <a:pathLst>
              <a:path w="10618" h="15846" extrusionOk="0">
                <a:moveTo>
                  <a:pt x="5188" y="0"/>
                </a:moveTo>
                <a:cubicBezTo>
                  <a:pt x="3806" y="0"/>
                  <a:pt x="2682" y="1111"/>
                  <a:pt x="2669" y="2505"/>
                </a:cubicBezTo>
                <a:cubicBezTo>
                  <a:pt x="2669" y="3603"/>
                  <a:pt x="3373" y="4551"/>
                  <a:pt x="4361" y="4889"/>
                </a:cubicBezTo>
                <a:cubicBezTo>
                  <a:pt x="1923" y="5105"/>
                  <a:pt x="1613" y="6080"/>
                  <a:pt x="3400" y="6284"/>
                </a:cubicBezTo>
                <a:cubicBezTo>
                  <a:pt x="3576" y="8857"/>
                  <a:pt x="3305" y="11024"/>
                  <a:pt x="2235" y="11822"/>
                </a:cubicBezTo>
                <a:cubicBezTo>
                  <a:pt x="1165" y="12622"/>
                  <a:pt x="515" y="12879"/>
                  <a:pt x="488" y="13326"/>
                </a:cubicBezTo>
                <a:cubicBezTo>
                  <a:pt x="461" y="13773"/>
                  <a:pt x="746" y="14030"/>
                  <a:pt x="1030" y="14125"/>
                </a:cubicBezTo>
                <a:cubicBezTo>
                  <a:pt x="123" y="14531"/>
                  <a:pt x="0" y="14897"/>
                  <a:pt x="231" y="15222"/>
                </a:cubicBezTo>
                <a:cubicBezTo>
                  <a:pt x="529" y="15629"/>
                  <a:pt x="1436" y="15791"/>
                  <a:pt x="2790" y="15818"/>
                </a:cubicBezTo>
                <a:cubicBezTo>
                  <a:pt x="3373" y="15831"/>
                  <a:pt x="4213" y="15845"/>
                  <a:pt x="5107" y="15845"/>
                </a:cubicBezTo>
                <a:lnTo>
                  <a:pt x="6474" y="15845"/>
                </a:lnTo>
                <a:cubicBezTo>
                  <a:pt x="6488" y="15845"/>
                  <a:pt x="6515" y="15831"/>
                  <a:pt x="6542" y="15831"/>
                </a:cubicBezTo>
                <a:lnTo>
                  <a:pt x="7016" y="15831"/>
                </a:lnTo>
                <a:cubicBezTo>
                  <a:pt x="7151" y="15818"/>
                  <a:pt x="7273" y="15818"/>
                  <a:pt x="7395" y="15818"/>
                </a:cubicBezTo>
                <a:lnTo>
                  <a:pt x="7436" y="15818"/>
                </a:lnTo>
                <a:cubicBezTo>
                  <a:pt x="7557" y="15804"/>
                  <a:pt x="7666" y="15804"/>
                  <a:pt x="7774" y="15791"/>
                </a:cubicBezTo>
                <a:lnTo>
                  <a:pt x="7855" y="15791"/>
                </a:lnTo>
                <a:cubicBezTo>
                  <a:pt x="7964" y="15791"/>
                  <a:pt x="8086" y="15777"/>
                  <a:pt x="8194" y="15764"/>
                </a:cubicBezTo>
                <a:lnTo>
                  <a:pt x="8248" y="15764"/>
                </a:lnTo>
                <a:cubicBezTo>
                  <a:pt x="8343" y="15764"/>
                  <a:pt x="8438" y="15750"/>
                  <a:pt x="8532" y="15737"/>
                </a:cubicBezTo>
                <a:lnTo>
                  <a:pt x="8586" y="15737"/>
                </a:lnTo>
                <a:cubicBezTo>
                  <a:pt x="8682" y="15723"/>
                  <a:pt x="8776" y="15723"/>
                  <a:pt x="8857" y="15710"/>
                </a:cubicBezTo>
                <a:cubicBezTo>
                  <a:pt x="8884" y="15710"/>
                  <a:pt x="8899" y="15696"/>
                  <a:pt x="8912" y="15696"/>
                </a:cubicBezTo>
                <a:cubicBezTo>
                  <a:pt x="9007" y="15683"/>
                  <a:pt x="9088" y="15669"/>
                  <a:pt x="9169" y="15656"/>
                </a:cubicBezTo>
                <a:cubicBezTo>
                  <a:pt x="10510" y="15425"/>
                  <a:pt x="10618" y="14450"/>
                  <a:pt x="9521" y="14206"/>
                </a:cubicBezTo>
                <a:cubicBezTo>
                  <a:pt x="10036" y="13773"/>
                  <a:pt x="10226" y="12974"/>
                  <a:pt x="9589" y="12757"/>
                </a:cubicBezTo>
                <a:cubicBezTo>
                  <a:pt x="8939" y="12541"/>
                  <a:pt x="7801" y="11850"/>
                  <a:pt x="7178" y="10320"/>
                </a:cubicBezTo>
                <a:cubicBezTo>
                  <a:pt x="6596" y="8897"/>
                  <a:pt x="6826" y="6595"/>
                  <a:pt x="6853" y="6297"/>
                </a:cubicBezTo>
                <a:cubicBezTo>
                  <a:pt x="6853" y="6270"/>
                  <a:pt x="6867" y="6257"/>
                  <a:pt x="6867" y="6257"/>
                </a:cubicBezTo>
                <a:cubicBezTo>
                  <a:pt x="6867" y="6257"/>
                  <a:pt x="7896" y="6243"/>
                  <a:pt x="8140" y="5891"/>
                </a:cubicBezTo>
                <a:cubicBezTo>
                  <a:pt x="8397" y="5539"/>
                  <a:pt x="7368" y="5038"/>
                  <a:pt x="6000" y="4889"/>
                </a:cubicBezTo>
                <a:cubicBezTo>
                  <a:pt x="6975" y="4551"/>
                  <a:pt x="7680" y="3616"/>
                  <a:pt x="7693" y="2519"/>
                </a:cubicBezTo>
                <a:cubicBezTo>
                  <a:pt x="7693" y="2438"/>
                  <a:pt x="7680" y="2370"/>
                  <a:pt x="7680" y="2288"/>
                </a:cubicBezTo>
                <a:cubicBezTo>
                  <a:pt x="7680" y="2261"/>
                  <a:pt x="7680" y="2234"/>
                  <a:pt x="7666" y="2207"/>
                </a:cubicBezTo>
                <a:cubicBezTo>
                  <a:pt x="7666" y="2153"/>
                  <a:pt x="7653" y="2113"/>
                  <a:pt x="7653" y="2059"/>
                </a:cubicBezTo>
                <a:cubicBezTo>
                  <a:pt x="7638" y="2032"/>
                  <a:pt x="7638" y="2004"/>
                  <a:pt x="7625" y="1963"/>
                </a:cubicBezTo>
                <a:cubicBezTo>
                  <a:pt x="7611" y="1923"/>
                  <a:pt x="7611" y="1869"/>
                  <a:pt x="7598" y="1828"/>
                </a:cubicBezTo>
                <a:cubicBezTo>
                  <a:pt x="7584" y="1801"/>
                  <a:pt x="7571" y="1774"/>
                  <a:pt x="7571" y="1747"/>
                </a:cubicBezTo>
                <a:cubicBezTo>
                  <a:pt x="7557" y="1692"/>
                  <a:pt x="7530" y="1652"/>
                  <a:pt x="7517" y="1598"/>
                </a:cubicBezTo>
                <a:cubicBezTo>
                  <a:pt x="7503" y="1571"/>
                  <a:pt x="7503" y="1557"/>
                  <a:pt x="7490" y="1530"/>
                </a:cubicBezTo>
                <a:cubicBezTo>
                  <a:pt x="7463" y="1463"/>
                  <a:pt x="7422" y="1395"/>
                  <a:pt x="7395" y="1327"/>
                </a:cubicBezTo>
                <a:cubicBezTo>
                  <a:pt x="7382" y="1313"/>
                  <a:pt x="7382" y="1300"/>
                  <a:pt x="7368" y="1300"/>
                </a:cubicBezTo>
                <a:cubicBezTo>
                  <a:pt x="7341" y="1246"/>
                  <a:pt x="7313" y="1192"/>
                  <a:pt x="7273" y="1138"/>
                </a:cubicBezTo>
                <a:cubicBezTo>
                  <a:pt x="7259" y="1111"/>
                  <a:pt x="7246" y="1097"/>
                  <a:pt x="7232" y="1069"/>
                </a:cubicBezTo>
                <a:cubicBezTo>
                  <a:pt x="7205" y="1029"/>
                  <a:pt x="7178" y="988"/>
                  <a:pt x="7151" y="961"/>
                </a:cubicBezTo>
                <a:cubicBezTo>
                  <a:pt x="7124" y="934"/>
                  <a:pt x="7111" y="907"/>
                  <a:pt x="7084" y="880"/>
                </a:cubicBezTo>
                <a:cubicBezTo>
                  <a:pt x="7057" y="853"/>
                  <a:pt x="7030" y="826"/>
                  <a:pt x="7003" y="786"/>
                </a:cubicBezTo>
                <a:cubicBezTo>
                  <a:pt x="6975" y="772"/>
                  <a:pt x="6961" y="744"/>
                  <a:pt x="6934" y="717"/>
                </a:cubicBezTo>
                <a:cubicBezTo>
                  <a:pt x="6907" y="690"/>
                  <a:pt x="6867" y="663"/>
                  <a:pt x="6840" y="636"/>
                </a:cubicBezTo>
                <a:lnTo>
                  <a:pt x="6772" y="569"/>
                </a:lnTo>
                <a:cubicBezTo>
                  <a:pt x="6718" y="528"/>
                  <a:pt x="6677" y="501"/>
                  <a:pt x="6636" y="474"/>
                </a:cubicBezTo>
                <a:lnTo>
                  <a:pt x="6515" y="392"/>
                </a:lnTo>
                <a:cubicBezTo>
                  <a:pt x="6488" y="365"/>
                  <a:pt x="6447" y="352"/>
                  <a:pt x="6420" y="325"/>
                </a:cubicBezTo>
                <a:cubicBezTo>
                  <a:pt x="6380" y="311"/>
                  <a:pt x="6352" y="298"/>
                  <a:pt x="6311" y="271"/>
                </a:cubicBezTo>
                <a:cubicBezTo>
                  <a:pt x="6284" y="257"/>
                  <a:pt x="6244" y="244"/>
                  <a:pt x="6217" y="230"/>
                </a:cubicBezTo>
                <a:cubicBezTo>
                  <a:pt x="6176" y="217"/>
                  <a:pt x="6149" y="203"/>
                  <a:pt x="6109" y="190"/>
                </a:cubicBezTo>
                <a:cubicBezTo>
                  <a:pt x="6082" y="176"/>
                  <a:pt x="6040" y="163"/>
                  <a:pt x="6000" y="149"/>
                </a:cubicBezTo>
                <a:cubicBezTo>
                  <a:pt x="5973" y="136"/>
                  <a:pt x="5932" y="122"/>
                  <a:pt x="5892" y="109"/>
                </a:cubicBezTo>
                <a:cubicBezTo>
                  <a:pt x="5892" y="109"/>
                  <a:pt x="5878" y="109"/>
                  <a:pt x="5865" y="94"/>
                </a:cubicBezTo>
                <a:lnTo>
                  <a:pt x="5865" y="94"/>
                </a:lnTo>
                <a:cubicBezTo>
                  <a:pt x="5865" y="94"/>
                  <a:pt x="5865" y="102"/>
                  <a:pt x="5870" y="106"/>
                </a:cubicBezTo>
                <a:lnTo>
                  <a:pt x="5870" y="106"/>
                </a:lnTo>
                <a:cubicBezTo>
                  <a:pt x="5656" y="39"/>
                  <a:pt x="5429" y="0"/>
                  <a:pt x="518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9"/>
          <p:cNvSpPr/>
          <p:nvPr/>
        </p:nvSpPr>
        <p:spPr>
          <a:xfrm flipH="1">
            <a:off x="3972789" y="3964011"/>
            <a:ext cx="434250" cy="640099"/>
          </a:xfrm>
          <a:custGeom>
            <a:avLst/>
            <a:gdLst/>
            <a:ahLst/>
            <a:cxnLst/>
            <a:rect l="l" t="t" r="r" b="b"/>
            <a:pathLst>
              <a:path w="10618" h="15846" extrusionOk="0">
                <a:moveTo>
                  <a:pt x="5188" y="0"/>
                </a:moveTo>
                <a:cubicBezTo>
                  <a:pt x="3806" y="0"/>
                  <a:pt x="2682" y="1111"/>
                  <a:pt x="2669" y="2505"/>
                </a:cubicBezTo>
                <a:cubicBezTo>
                  <a:pt x="2669" y="3603"/>
                  <a:pt x="3373" y="4551"/>
                  <a:pt x="4361" y="4889"/>
                </a:cubicBezTo>
                <a:cubicBezTo>
                  <a:pt x="1923" y="5105"/>
                  <a:pt x="1613" y="6080"/>
                  <a:pt x="3400" y="6284"/>
                </a:cubicBezTo>
                <a:cubicBezTo>
                  <a:pt x="3576" y="8857"/>
                  <a:pt x="3305" y="11024"/>
                  <a:pt x="2235" y="11822"/>
                </a:cubicBezTo>
                <a:cubicBezTo>
                  <a:pt x="1165" y="12622"/>
                  <a:pt x="515" y="12879"/>
                  <a:pt x="488" y="13326"/>
                </a:cubicBezTo>
                <a:cubicBezTo>
                  <a:pt x="461" y="13773"/>
                  <a:pt x="746" y="14030"/>
                  <a:pt x="1030" y="14125"/>
                </a:cubicBezTo>
                <a:cubicBezTo>
                  <a:pt x="123" y="14531"/>
                  <a:pt x="0" y="14897"/>
                  <a:pt x="231" y="15222"/>
                </a:cubicBezTo>
                <a:cubicBezTo>
                  <a:pt x="529" y="15629"/>
                  <a:pt x="1436" y="15791"/>
                  <a:pt x="2790" y="15818"/>
                </a:cubicBezTo>
                <a:cubicBezTo>
                  <a:pt x="3373" y="15831"/>
                  <a:pt x="4213" y="15845"/>
                  <a:pt x="5107" y="15845"/>
                </a:cubicBezTo>
                <a:lnTo>
                  <a:pt x="6474" y="15845"/>
                </a:lnTo>
                <a:cubicBezTo>
                  <a:pt x="6488" y="15845"/>
                  <a:pt x="6515" y="15831"/>
                  <a:pt x="6542" y="15831"/>
                </a:cubicBezTo>
                <a:lnTo>
                  <a:pt x="7016" y="15831"/>
                </a:lnTo>
                <a:cubicBezTo>
                  <a:pt x="7151" y="15818"/>
                  <a:pt x="7273" y="15818"/>
                  <a:pt x="7395" y="15818"/>
                </a:cubicBezTo>
                <a:lnTo>
                  <a:pt x="7436" y="15818"/>
                </a:lnTo>
                <a:cubicBezTo>
                  <a:pt x="7557" y="15804"/>
                  <a:pt x="7666" y="15804"/>
                  <a:pt x="7774" y="15791"/>
                </a:cubicBezTo>
                <a:lnTo>
                  <a:pt x="7855" y="15791"/>
                </a:lnTo>
                <a:cubicBezTo>
                  <a:pt x="7964" y="15791"/>
                  <a:pt x="8086" y="15777"/>
                  <a:pt x="8194" y="15764"/>
                </a:cubicBezTo>
                <a:lnTo>
                  <a:pt x="8248" y="15764"/>
                </a:lnTo>
                <a:cubicBezTo>
                  <a:pt x="8343" y="15764"/>
                  <a:pt x="8438" y="15750"/>
                  <a:pt x="8532" y="15737"/>
                </a:cubicBezTo>
                <a:lnTo>
                  <a:pt x="8586" y="15737"/>
                </a:lnTo>
                <a:cubicBezTo>
                  <a:pt x="8682" y="15723"/>
                  <a:pt x="8776" y="15723"/>
                  <a:pt x="8857" y="15710"/>
                </a:cubicBezTo>
                <a:cubicBezTo>
                  <a:pt x="8884" y="15710"/>
                  <a:pt x="8899" y="15696"/>
                  <a:pt x="8912" y="15696"/>
                </a:cubicBezTo>
                <a:cubicBezTo>
                  <a:pt x="9007" y="15683"/>
                  <a:pt x="9088" y="15669"/>
                  <a:pt x="9169" y="15656"/>
                </a:cubicBezTo>
                <a:cubicBezTo>
                  <a:pt x="10510" y="15425"/>
                  <a:pt x="10618" y="14450"/>
                  <a:pt x="9521" y="14206"/>
                </a:cubicBezTo>
                <a:cubicBezTo>
                  <a:pt x="10036" y="13773"/>
                  <a:pt x="10226" y="12974"/>
                  <a:pt x="9589" y="12757"/>
                </a:cubicBezTo>
                <a:cubicBezTo>
                  <a:pt x="8939" y="12541"/>
                  <a:pt x="7801" y="11850"/>
                  <a:pt x="7178" y="10320"/>
                </a:cubicBezTo>
                <a:cubicBezTo>
                  <a:pt x="6596" y="8897"/>
                  <a:pt x="6826" y="6595"/>
                  <a:pt x="6853" y="6297"/>
                </a:cubicBezTo>
                <a:cubicBezTo>
                  <a:pt x="6853" y="6270"/>
                  <a:pt x="6867" y="6257"/>
                  <a:pt x="6867" y="6257"/>
                </a:cubicBezTo>
                <a:cubicBezTo>
                  <a:pt x="6867" y="6257"/>
                  <a:pt x="7896" y="6243"/>
                  <a:pt x="8140" y="5891"/>
                </a:cubicBezTo>
                <a:cubicBezTo>
                  <a:pt x="8397" y="5539"/>
                  <a:pt x="7368" y="5038"/>
                  <a:pt x="6000" y="4889"/>
                </a:cubicBezTo>
                <a:cubicBezTo>
                  <a:pt x="6975" y="4551"/>
                  <a:pt x="7680" y="3616"/>
                  <a:pt x="7693" y="2519"/>
                </a:cubicBezTo>
                <a:cubicBezTo>
                  <a:pt x="7693" y="2438"/>
                  <a:pt x="7680" y="2370"/>
                  <a:pt x="7680" y="2288"/>
                </a:cubicBezTo>
                <a:cubicBezTo>
                  <a:pt x="7680" y="2261"/>
                  <a:pt x="7680" y="2234"/>
                  <a:pt x="7666" y="2207"/>
                </a:cubicBezTo>
                <a:cubicBezTo>
                  <a:pt x="7666" y="2153"/>
                  <a:pt x="7653" y="2113"/>
                  <a:pt x="7653" y="2059"/>
                </a:cubicBezTo>
                <a:cubicBezTo>
                  <a:pt x="7638" y="2032"/>
                  <a:pt x="7638" y="2004"/>
                  <a:pt x="7625" y="1963"/>
                </a:cubicBezTo>
                <a:cubicBezTo>
                  <a:pt x="7611" y="1923"/>
                  <a:pt x="7611" y="1869"/>
                  <a:pt x="7598" y="1828"/>
                </a:cubicBezTo>
                <a:cubicBezTo>
                  <a:pt x="7584" y="1801"/>
                  <a:pt x="7571" y="1774"/>
                  <a:pt x="7571" y="1747"/>
                </a:cubicBezTo>
                <a:cubicBezTo>
                  <a:pt x="7557" y="1692"/>
                  <a:pt x="7530" y="1652"/>
                  <a:pt x="7517" y="1598"/>
                </a:cubicBezTo>
                <a:cubicBezTo>
                  <a:pt x="7503" y="1571"/>
                  <a:pt x="7503" y="1557"/>
                  <a:pt x="7490" y="1530"/>
                </a:cubicBezTo>
                <a:cubicBezTo>
                  <a:pt x="7463" y="1463"/>
                  <a:pt x="7422" y="1395"/>
                  <a:pt x="7395" y="1327"/>
                </a:cubicBezTo>
                <a:cubicBezTo>
                  <a:pt x="7382" y="1313"/>
                  <a:pt x="7382" y="1300"/>
                  <a:pt x="7368" y="1300"/>
                </a:cubicBezTo>
                <a:cubicBezTo>
                  <a:pt x="7341" y="1246"/>
                  <a:pt x="7313" y="1192"/>
                  <a:pt x="7273" y="1138"/>
                </a:cubicBezTo>
                <a:cubicBezTo>
                  <a:pt x="7259" y="1111"/>
                  <a:pt x="7246" y="1097"/>
                  <a:pt x="7232" y="1069"/>
                </a:cubicBezTo>
                <a:cubicBezTo>
                  <a:pt x="7205" y="1029"/>
                  <a:pt x="7178" y="988"/>
                  <a:pt x="7151" y="961"/>
                </a:cubicBezTo>
                <a:cubicBezTo>
                  <a:pt x="7124" y="934"/>
                  <a:pt x="7111" y="907"/>
                  <a:pt x="7084" y="880"/>
                </a:cubicBezTo>
                <a:cubicBezTo>
                  <a:pt x="7057" y="853"/>
                  <a:pt x="7030" y="826"/>
                  <a:pt x="7003" y="786"/>
                </a:cubicBezTo>
                <a:cubicBezTo>
                  <a:pt x="6975" y="772"/>
                  <a:pt x="6961" y="744"/>
                  <a:pt x="6934" y="717"/>
                </a:cubicBezTo>
                <a:cubicBezTo>
                  <a:pt x="6907" y="690"/>
                  <a:pt x="6867" y="663"/>
                  <a:pt x="6840" y="636"/>
                </a:cubicBezTo>
                <a:lnTo>
                  <a:pt x="6772" y="569"/>
                </a:lnTo>
                <a:cubicBezTo>
                  <a:pt x="6718" y="528"/>
                  <a:pt x="6677" y="501"/>
                  <a:pt x="6636" y="474"/>
                </a:cubicBezTo>
                <a:lnTo>
                  <a:pt x="6515" y="392"/>
                </a:lnTo>
                <a:cubicBezTo>
                  <a:pt x="6488" y="365"/>
                  <a:pt x="6447" y="352"/>
                  <a:pt x="6420" y="325"/>
                </a:cubicBezTo>
                <a:cubicBezTo>
                  <a:pt x="6380" y="311"/>
                  <a:pt x="6352" y="298"/>
                  <a:pt x="6311" y="271"/>
                </a:cubicBezTo>
                <a:cubicBezTo>
                  <a:pt x="6284" y="257"/>
                  <a:pt x="6244" y="244"/>
                  <a:pt x="6217" y="230"/>
                </a:cubicBezTo>
                <a:cubicBezTo>
                  <a:pt x="6176" y="217"/>
                  <a:pt x="6149" y="203"/>
                  <a:pt x="6109" y="190"/>
                </a:cubicBezTo>
                <a:cubicBezTo>
                  <a:pt x="6082" y="176"/>
                  <a:pt x="6040" y="163"/>
                  <a:pt x="6000" y="149"/>
                </a:cubicBezTo>
                <a:cubicBezTo>
                  <a:pt x="5973" y="136"/>
                  <a:pt x="5932" y="122"/>
                  <a:pt x="5892" y="109"/>
                </a:cubicBezTo>
                <a:cubicBezTo>
                  <a:pt x="5892" y="109"/>
                  <a:pt x="5878" y="109"/>
                  <a:pt x="5865" y="94"/>
                </a:cubicBezTo>
                <a:lnTo>
                  <a:pt x="5865" y="94"/>
                </a:lnTo>
                <a:cubicBezTo>
                  <a:pt x="5865" y="94"/>
                  <a:pt x="5865" y="102"/>
                  <a:pt x="5870" y="106"/>
                </a:cubicBezTo>
                <a:lnTo>
                  <a:pt x="5870" y="106"/>
                </a:lnTo>
                <a:cubicBezTo>
                  <a:pt x="5656" y="39"/>
                  <a:pt x="5429" y="0"/>
                  <a:pt x="518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5501157" y="3872606"/>
            <a:ext cx="498765" cy="731504"/>
          </a:xfrm>
          <a:custGeom>
            <a:avLst/>
            <a:gdLst/>
            <a:ahLst/>
            <a:cxnLst/>
            <a:rect l="l" t="t" r="r" b="b"/>
            <a:pathLst>
              <a:path w="9331" h="13815" extrusionOk="0">
                <a:moveTo>
                  <a:pt x="4456" y="1"/>
                </a:moveTo>
                <a:lnTo>
                  <a:pt x="3128" y="14"/>
                </a:lnTo>
                <a:lnTo>
                  <a:pt x="3128" y="461"/>
                </a:lnTo>
                <a:lnTo>
                  <a:pt x="2830" y="461"/>
                </a:lnTo>
                <a:lnTo>
                  <a:pt x="2830" y="14"/>
                </a:lnTo>
                <a:lnTo>
                  <a:pt x="1043" y="14"/>
                </a:lnTo>
                <a:lnTo>
                  <a:pt x="1043" y="1314"/>
                </a:lnTo>
                <a:cubicBezTo>
                  <a:pt x="1043" y="1314"/>
                  <a:pt x="1747" y="1720"/>
                  <a:pt x="1882" y="1734"/>
                </a:cubicBezTo>
                <a:cubicBezTo>
                  <a:pt x="1626" y="1747"/>
                  <a:pt x="1503" y="2018"/>
                  <a:pt x="2018" y="2059"/>
                </a:cubicBezTo>
                <a:cubicBezTo>
                  <a:pt x="2018" y="2059"/>
                  <a:pt x="2384" y="7002"/>
                  <a:pt x="1301" y="9643"/>
                </a:cubicBezTo>
                <a:cubicBezTo>
                  <a:pt x="759" y="10956"/>
                  <a:pt x="1" y="11377"/>
                  <a:pt x="732" y="11918"/>
                </a:cubicBezTo>
                <a:lnTo>
                  <a:pt x="732" y="12162"/>
                </a:lnTo>
                <a:lnTo>
                  <a:pt x="732" y="12229"/>
                </a:lnTo>
                <a:lnTo>
                  <a:pt x="732" y="12433"/>
                </a:lnTo>
                <a:lnTo>
                  <a:pt x="732" y="12500"/>
                </a:lnTo>
                <a:cubicBezTo>
                  <a:pt x="732" y="12500"/>
                  <a:pt x="55" y="12690"/>
                  <a:pt x="55" y="13069"/>
                </a:cubicBezTo>
                <a:cubicBezTo>
                  <a:pt x="55" y="13448"/>
                  <a:pt x="501" y="13800"/>
                  <a:pt x="4497" y="13814"/>
                </a:cubicBezTo>
                <a:lnTo>
                  <a:pt x="4781" y="13814"/>
                </a:lnTo>
                <a:cubicBezTo>
                  <a:pt x="8220" y="13800"/>
                  <a:pt x="9331" y="13421"/>
                  <a:pt x="9168" y="12988"/>
                </a:cubicBezTo>
                <a:cubicBezTo>
                  <a:pt x="9020" y="12581"/>
                  <a:pt x="8275" y="12473"/>
                  <a:pt x="8275" y="12473"/>
                </a:cubicBezTo>
                <a:lnTo>
                  <a:pt x="8275" y="12446"/>
                </a:lnTo>
                <a:lnTo>
                  <a:pt x="8275" y="12338"/>
                </a:lnTo>
                <a:lnTo>
                  <a:pt x="8275" y="12310"/>
                </a:lnTo>
                <a:lnTo>
                  <a:pt x="8275" y="11985"/>
                </a:lnTo>
                <a:lnTo>
                  <a:pt x="8275" y="11904"/>
                </a:lnTo>
                <a:cubicBezTo>
                  <a:pt x="8830" y="11688"/>
                  <a:pt x="8843" y="11214"/>
                  <a:pt x="7991" y="10022"/>
                </a:cubicBezTo>
                <a:cubicBezTo>
                  <a:pt x="6853" y="8424"/>
                  <a:pt x="6609" y="3454"/>
                  <a:pt x="6731" y="2045"/>
                </a:cubicBezTo>
                <a:cubicBezTo>
                  <a:pt x="7029" y="1951"/>
                  <a:pt x="6920" y="1788"/>
                  <a:pt x="6745" y="1720"/>
                </a:cubicBezTo>
                <a:cubicBezTo>
                  <a:pt x="6826" y="1680"/>
                  <a:pt x="7097" y="1517"/>
                  <a:pt x="7287" y="1409"/>
                </a:cubicBezTo>
                <a:cubicBezTo>
                  <a:pt x="7381" y="1341"/>
                  <a:pt x="7449" y="1301"/>
                  <a:pt x="7449" y="1301"/>
                </a:cubicBezTo>
                <a:lnTo>
                  <a:pt x="7449" y="1"/>
                </a:lnTo>
                <a:lnTo>
                  <a:pt x="5824" y="1"/>
                </a:lnTo>
                <a:lnTo>
                  <a:pt x="5824" y="407"/>
                </a:lnTo>
                <a:lnTo>
                  <a:pt x="5607" y="407"/>
                </a:lnTo>
                <a:lnTo>
                  <a:pt x="559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9"/>
          <p:cNvSpPr/>
          <p:nvPr/>
        </p:nvSpPr>
        <p:spPr>
          <a:xfrm flipH="1">
            <a:off x="6329856" y="3689727"/>
            <a:ext cx="441973" cy="914383"/>
          </a:xfrm>
          <a:custGeom>
            <a:avLst/>
            <a:gdLst/>
            <a:ahLst/>
            <a:cxnLst/>
            <a:rect l="l" t="t" r="r" b="b"/>
            <a:pathLst>
              <a:path w="11093" h="23286" extrusionOk="0">
                <a:moveTo>
                  <a:pt x="5486" y="0"/>
                </a:moveTo>
                <a:cubicBezTo>
                  <a:pt x="5147" y="14"/>
                  <a:pt x="4876" y="285"/>
                  <a:pt x="4890" y="623"/>
                </a:cubicBezTo>
                <a:cubicBezTo>
                  <a:pt x="4890" y="867"/>
                  <a:pt x="5038" y="1071"/>
                  <a:pt x="5242" y="1165"/>
                </a:cubicBezTo>
                <a:cubicBezTo>
                  <a:pt x="4632" y="1694"/>
                  <a:pt x="2899" y="3359"/>
                  <a:pt x="2534" y="4388"/>
                </a:cubicBezTo>
                <a:cubicBezTo>
                  <a:pt x="1924" y="6136"/>
                  <a:pt x="2940" y="7273"/>
                  <a:pt x="3211" y="7869"/>
                </a:cubicBezTo>
                <a:cubicBezTo>
                  <a:pt x="3238" y="7936"/>
                  <a:pt x="3278" y="8018"/>
                  <a:pt x="3319" y="8113"/>
                </a:cubicBezTo>
                <a:cubicBezTo>
                  <a:pt x="3332" y="8140"/>
                  <a:pt x="3346" y="8153"/>
                  <a:pt x="3346" y="8153"/>
                </a:cubicBezTo>
                <a:cubicBezTo>
                  <a:pt x="3346" y="8153"/>
                  <a:pt x="2940" y="8586"/>
                  <a:pt x="3400" y="8790"/>
                </a:cubicBezTo>
                <a:cubicBezTo>
                  <a:pt x="3400" y="8938"/>
                  <a:pt x="3413" y="9182"/>
                  <a:pt x="3413" y="9182"/>
                </a:cubicBezTo>
                <a:cubicBezTo>
                  <a:pt x="3413" y="9182"/>
                  <a:pt x="2655" y="9480"/>
                  <a:pt x="2940" y="10171"/>
                </a:cubicBezTo>
                <a:cubicBezTo>
                  <a:pt x="1613" y="10347"/>
                  <a:pt x="1748" y="11349"/>
                  <a:pt x="3522" y="11376"/>
                </a:cubicBezTo>
                <a:cubicBezTo>
                  <a:pt x="3807" y="13584"/>
                  <a:pt x="3847" y="16022"/>
                  <a:pt x="2777" y="17795"/>
                </a:cubicBezTo>
                <a:cubicBezTo>
                  <a:pt x="2735" y="17782"/>
                  <a:pt x="2699" y="17776"/>
                  <a:pt x="2668" y="17776"/>
                </a:cubicBezTo>
                <a:cubicBezTo>
                  <a:pt x="2475" y="17776"/>
                  <a:pt x="2458" y="18002"/>
                  <a:pt x="2411" y="18189"/>
                </a:cubicBezTo>
                <a:cubicBezTo>
                  <a:pt x="2371" y="18405"/>
                  <a:pt x="1896" y="18960"/>
                  <a:pt x="1098" y="19462"/>
                </a:cubicBezTo>
                <a:cubicBezTo>
                  <a:pt x="298" y="19962"/>
                  <a:pt x="231" y="20356"/>
                  <a:pt x="488" y="20802"/>
                </a:cubicBezTo>
                <a:cubicBezTo>
                  <a:pt x="732" y="21262"/>
                  <a:pt x="1030" y="21412"/>
                  <a:pt x="1030" y="21412"/>
                </a:cubicBezTo>
                <a:lnTo>
                  <a:pt x="1030" y="21560"/>
                </a:lnTo>
                <a:cubicBezTo>
                  <a:pt x="1030" y="21560"/>
                  <a:pt x="0" y="21981"/>
                  <a:pt x="0" y="22468"/>
                </a:cubicBezTo>
                <a:cubicBezTo>
                  <a:pt x="14" y="22925"/>
                  <a:pt x="1153" y="23286"/>
                  <a:pt x="4764" y="23286"/>
                </a:cubicBezTo>
                <a:cubicBezTo>
                  <a:pt x="5011" y="23286"/>
                  <a:pt x="5269" y="23284"/>
                  <a:pt x="5540" y="23281"/>
                </a:cubicBezTo>
                <a:cubicBezTo>
                  <a:pt x="5811" y="23284"/>
                  <a:pt x="6071" y="23286"/>
                  <a:pt x="6319" y="23286"/>
                </a:cubicBezTo>
                <a:cubicBezTo>
                  <a:pt x="9940" y="23286"/>
                  <a:pt x="11079" y="22925"/>
                  <a:pt x="11093" y="22468"/>
                </a:cubicBezTo>
                <a:cubicBezTo>
                  <a:pt x="11093" y="21981"/>
                  <a:pt x="10049" y="21560"/>
                  <a:pt x="10049" y="21560"/>
                </a:cubicBezTo>
                <a:cubicBezTo>
                  <a:pt x="10049" y="21560"/>
                  <a:pt x="10049" y="21439"/>
                  <a:pt x="10063" y="21412"/>
                </a:cubicBezTo>
                <a:cubicBezTo>
                  <a:pt x="10063" y="21412"/>
                  <a:pt x="10347" y="21262"/>
                  <a:pt x="10605" y="20802"/>
                </a:cubicBezTo>
                <a:cubicBezTo>
                  <a:pt x="10849" y="20356"/>
                  <a:pt x="10795" y="19962"/>
                  <a:pt x="9995" y="19462"/>
                </a:cubicBezTo>
                <a:cubicBezTo>
                  <a:pt x="9197" y="18960"/>
                  <a:pt x="8722" y="18405"/>
                  <a:pt x="8668" y="18189"/>
                </a:cubicBezTo>
                <a:cubicBezTo>
                  <a:pt x="8633" y="18002"/>
                  <a:pt x="8618" y="17776"/>
                  <a:pt x="8425" y="17776"/>
                </a:cubicBezTo>
                <a:cubicBezTo>
                  <a:pt x="8394" y="17776"/>
                  <a:pt x="8358" y="17782"/>
                  <a:pt x="8316" y="17795"/>
                </a:cubicBezTo>
                <a:cubicBezTo>
                  <a:pt x="7246" y="16022"/>
                  <a:pt x="7286" y="13584"/>
                  <a:pt x="7571" y="11376"/>
                </a:cubicBezTo>
                <a:cubicBezTo>
                  <a:pt x="9332" y="11349"/>
                  <a:pt x="9480" y="10347"/>
                  <a:pt x="8153" y="10171"/>
                </a:cubicBezTo>
                <a:cubicBezTo>
                  <a:pt x="8438" y="9480"/>
                  <a:pt x="7680" y="9182"/>
                  <a:pt x="7680" y="9182"/>
                </a:cubicBezTo>
                <a:cubicBezTo>
                  <a:pt x="7680" y="9182"/>
                  <a:pt x="7680" y="8938"/>
                  <a:pt x="7693" y="8790"/>
                </a:cubicBezTo>
                <a:cubicBezTo>
                  <a:pt x="8153" y="8586"/>
                  <a:pt x="7747" y="8153"/>
                  <a:pt x="7747" y="8153"/>
                </a:cubicBezTo>
                <a:cubicBezTo>
                  <a:pt x="7747" y="8153"/>
                  <a:pt x="7761" y="8140"/>
                  <a:pt x="7774" y="8113"/>
                </a:cubicBezTo>
                <a:cubicBezTo>
                  <a:pt x="7815" y="8018"/>
                  <a:pt x="7855" y="7936"/>
                  <a:pt x="7882" y="7869"/>
                </a:cubicBezTo>
                <a:cubicBezTo>
                  <a:pt x="8153" y="7273"/>
                  <a:pt x="9169" y="6136"/>
                  <a:pt x="8546" y="4388"/>
                </a:cubicBezTo>
                <a:cubicBezTo>
                  <a:pt x="8180" y="3359"/>
                  <a:pt x="6461" y="1694"/>
                  <a:pt x="5851" y="1165"/>
                </a:cubicBezTo>
                <a:cubicBezTo>
                  <a:pt x="6055" y="1071"/>
                  <a:pt x="6203" y="867"/>
                  <a:pt x="6203" y="623"/>
                </a:cubicBezTo>
                <a:cubicBezTo>
                  <a:pt x="6217" y="285"/>
                  <a:pt x="5946" y="14"/>
                  <a:pt x="5607" y="0"/>
                </a:cubicBezTo>
                <a:cubicBezTo>
                  <a:pt x="5580" y="0"/>
                  <a:pt x="5567" y="14"/>
                  <a:pt x="5540" y="14"/>
                </a:cubicBezTo>
                <a:cubicBezTo>
                  <a:pt x="5526" y="14"/>
                  <a:pt x="5499" y="0"/>
                  <a:pt x="54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9"/>
          <p:cNvSpPr/>
          <p:nvPr/>
        </p:nvSpPr>
        <p:spPr>
          <a:xfrm flipH="1">
            <a:off x="7101763" y="3506843"/>
            <a:ext cx="493787" cy="1097267"/>
          </a:xfrm>
          <a:custGeom>
            <a:avLst/>
            <a:gdLst/>
            <a:ahLst/>
            <a:cxnLst/>
            <a:rect l="l" t="t" r="r" b="b"/>
            <a:pathLst>
              <a:path w="17011" h="38219" extrusionOk="0">
                <a:moveTo>
                  <a:pt x="8708" y="1"/>
                </a:moveTo>
                <a:cubicBezTo>
                  <a:pt x="8302" y="1"/>
                  <a:pt x="7760" y="299"/>
                  <a:pt x="7720" y="976"/>
                </a:cubicBezTo>
                <a:cubicBezTo>
                  <a:pt x="7679" y="1653"/>
                  <a:pt x="8100" y="1937"/>
                  <a:pt x="8100" y="1937"/>
                </a:cubicBezTo>
                <a:lnTo>
                  <a:pt x="8100" y="2439"/>
                </a:lnTo>
                <a:cubicBezTo>
                  <a:pt x="7314" y="2601"/>
                  <a:pt x="6542" y="3291"/>
                  <a:pt x="6542" y="3291"/>
                </a:cubicBezTo>
                <a:cubicBezTo>
                  <a:pt x="6542" y="3291"/>
                  <a:pt x="6339" y="2926"/>
                  <a:pt x="6027" y="2682"/>
                </a:cubicBezTo>
                <a:cubicBezTo>
                  <a:pt x="5979" y="2643"/>
                  <a:pt x="5925" y="2624"/>
                  <a:pt x="5871" y="2624"/>
                </a:cubicBezTo>
                <a:cubicBezTo>
                  <a:pt x="5664" y="2624"/>
                  <a:pt x="5442" y="2884"/>
                  <a:pt x="5431" y="3237"/>
                </a:cubicBezTo>
                <a:cubicBezTo>
                  <a:pt x="5421" y="3527"/>
                  <a:pt x="5347" y="3714"/>
                  <a:pt x="5247" y="3714"/>
                </a:cubicBezTo>
                <a:cubicBezTo>
                  <a:pt x="5216" y="3714"/>
                  <a:pt x="5182" y="3696"/>
                  <a:pt x="5147" y="3657"/>
                </a:cubicBezTo>
                <a:cubicBezTo>
                  <a:pt x="4662" y="3211"/>
                  <a:pt x="4324" y="3049"/>
                  <a:pt x="4134" y="3049"/>
                </a:cubicBezTo>
                <a:cubicBezTo>
                  <a:pt x="3920" y="3049"/>
                  <a:pt x="3892" y="3252"/>
                  <a:pt x="4050" y="3481"/>
                </a:cubicBezTo>
                <a:cubicBezTo>
                  <a:pt x="4348" y="3914"/>
                  <a:pt x="5256" y="5093"/>
                  <a:pt x="5581" y="5743"/>
                </a:cubicBezTo>
                <a:cubicBezTo>
                  <a:pt x="5810" y="6204"/>
                  <a:pt x="5919" y="7571"/>
                  <a:pt x="5960" y="8465"/>
                </a:cubicBezTo>
                <a:cubicBezTo>
                  <a:pt x="5960" y="8560"/>
                  <a:pt x="5987" y="9250"/>
                  <a:pt x="5987" y="9250"/>
                </a:cubicBezTo>
                <a:cubicBezTo>
                  <a:pt x="5973" y="9250"/>
                  <a:pt x="5960" y="9264"/>
                  <a:pt x="5946" y="9264"/>
                </a:cubicBezTo>
                <a:cubicBezTo>
                  <a:pt x="5729" y="9223"/>
                  <a:pt x="5621" y="9196"/>
                  <a:pt x="5608" y="9196"/>
                </a:cubicBezTo>
                <a:cubicBezTo>
                  <a:pt x="5567" y="9186"/>
                  <a:pt x="5525" y="9182"/>
                  <a:pt x="5484" y="9182"/>
                </a:cubicBezTo>
                <a:cubicBezTo>
                  <a:pt x="5242" y="9182"/>
                  <a:pt x="5015" y="9345"/>
                  <a:pt x="4958" y="9589"/>
                </a:cubicBezTo>
                <a:cubicBezTo>
                  <a:pt x="4889" y="9887"/>
                  <a:pt x="5066" y="10171"/>
                  <a:pt x="5350" y="10252"/>
                </a:cubicBezTo>
                <a:cubicBezTo>
                  <a:pt x="5391" y="10252"/>
                  <a:pt x="5621" y="10306"/>
                  <a:pt x="6014" y="10375"/>
                </a:cubicBezTo>
                <a:cubicBezTo>
                  <a:pt x="6027" y="10429"/>
                  <a:pt x="6041" y="10496"/>
                  <a:pt x="6054" y="10604"/>
                </a:cubicBezTo>
                <a:cubicBezTo>
                  <a:pt x="5824" y="10564"/>
                  <a:pt x="5689" y="10523"/>
                  <a:pt x="5689" y="10523"/>
                </a:cubicBezTo>
                <a:cubicBezTo>
                  <a:pt x="5623" y="10508"/>
                  <a:pt x="5557" y="10500"/>
                  <a:pt x="5491" y="10500"/>
                </a:cubicBezTo>
                <a:cubicBezTo>
                  <a:pt x="5100" y="10500"/>
                  <a:pt x="4738" y="10766"/>
                  <a:pt x="4646" y="11160"/>
                </a:cubicBezTo>
                <a:cubicBezTo>
                  <a:pt x="4524" y="11634"/>
                  <a:pt x="4808" y="12094"/>
                  <a:pt x="5283" y="12217"/>
                </a:cubicBezTo>
                <a:cubicBezTo>
                  <a:pt x="5323" y="12217"/>
                  <a:pt x="5689" y="12311"/>
                  <a:pt x="6285" y="12392"/>
                </a:cubicBezTo>
                <a:cubicBezTo>
                  <a:pt x="6298" y="12514"/>
                  <a:pt x="6312" y="12636"/>
                  <a:pt x="6325" y="12771"/>
                </a:cubicBezTo>
                <a:cubicBezTo>
                  <a:pt x="5283" y="12677"/>
                  <a:pt x="4633" y="12569"/>
                  <a:pt x="4605" y="12555"/>
                </a:cubicBezTo>
                <a:cubicBezTo>
                  <a:pt x="4555" y="12546"/>
                  <a:pt x="4505" y="12542"/>
                  <a:pt x="4455" y="12542"/>
                </a:cubicBezTo>
                <a:cubicBezTo>
                  <a:pt x="4040" y="12542"/>
                  <a:pt x="3676" y="12836"/>
                  <a:pt x="3603" y="13259"/>
                </a:cubicBezTo>
                <a:cubicBezTo>
                  <a:pt x="3508" y="13733"/>
                  <a:pt x="3820" y="14180"/>
                  <a:pt x="4293" y="14261"/>
                </a:cubicBezTo>
                <a:cubicBezTo>
                  <a:pt x="4375" y="14275"/>
                  <a:pt x="5187" y="14423"/>
                  <a:pt x="6460" y="14532"/>
                </a:cubicBezTo>
                <a:cubicBezTo>
                  <a:pt x="6447" y="16997"/>
                  <a:pt x="6081" y="21994"/>
                  <a:pt x="4971" y="26111"/>
                </a:cubicBezTo>
                <a:cubicBezTo>
                  <a:pt x="4443" y="27831"/>
                  <a:pt x="3996" y="29483"/>
                  <a:pt x="3996" y="29483"/>
                </a:cubicBezTo>
                <a:cubicBezTo>
                  <a:pt x="3996" y="29483"/>
                  <a:pt x="3264" y="29916"/>
                  <a:pt x="3075" y="30960"/>
                </a:cubicBezTo>
                <a:cubicBezTo>
                  <a:pt x="2872" y="32002"/>
                  <a:pt x="1531" y="32666"/>
                  <a:pt x="1139" y="32977"/>
                </a:cubicBezTo>
                <a:cubicBezTo>
                  <a:pt x="745" y="33289"/>
                  <a:pt x="868" y="33708"/>
                  <a:pt x="1639" y="34237"/>
                </a:cubicBezTo>
                <a:cubicBezTo>
                  <a:pt x="109" y="34968"/>
                  <a:pt x="1" y="36187"/>
                  <a:pt x="2087" y="37365"/>
                </a:cubicBezTo>
                <a:cubicBezTo>
                  <a:pt x="3345" y="38069"/>
                  <a:pt x="6569" y="38219"/>
                  <a:pt x="8695" y="38219"/>
                </a:cubicBezTo>
                <a:lnTo>
                  <a:pt x="9427" y="38219"/>
                </a:lnTo>
                <a:cubicBezTo>
                  <a:pt x="9494" y="38219"/>
                  <a:pt x="9562" y="38205"/>
                  <a:pt x="9629" y="38205"/>
                </a:cubicBezTo>
                <a:lnTo>
                  <a:pt x="9873" y="38205"/>
                </a:lnTo>
                <a:cubicBezTo>
                  <a:pt x="9941" y="38205"/>
                  <a:pt x="10009" y="38192"/>
                  <a:pt x="10077" y="38192"/>
                </a:cubicBezTo>
                <a:lnTo>
                  <a:pt x="10293" y="38192"/>
                </a:lnTo>
                <a:cubicBezTo>
                  <a:pt x="10321" y="38192"/>
                  <a:pt x="10334" y="38177"/>
                  <a:pt x="10348" y="38177"/>
                </a:cubicBezTo>
                <a:lnTo>
                  <a:pt x="10577" y="38177"/>
                </a:lnTo>
                <a:cubicBezTo>
                  <a:pt x="10646" y="38164"/>
                  <a:pt x="10700" y="38164"/>
                  <a:pt x="10767" y="38164"/>
                </a:cubicBezTo>
                <a:lnTo>
                  <a:pt x="10821" y="38164"/>
                </a:lnTo>
                <a:cubicBezTo>
                  <a:pt x="10875" y="38150"/>
                  <a:pt x="10943" y="38150"/>
                  <a:pt x="10998" y="38150"/>
                </a:cubicBezTo>
                <a:lnTo>
                  <a:pt x="11065" y="38150"/>
                </a:lnTo>
                <a:cubicBezTo>
                  <a:pt x="11119" y="38137"/>
                  <a:pt x="11173" y="38137"/>
                  <a:pt x="11241" y="38137"/>
                </a:cubicBezTo>
                <a:cubicBezTo>
                  <a:pt x="11254" y="38137"/>
                  <a:pt x="11282" y="38137"/>
                  <a:pt x="11309" y="38123"/>
                </a:cubicBezTo>
                <a:lnTo>
                  <a:pt x="11471" y="38123"/>
                </a:lnTo>
                <a:cubicBezTo>
                  <a:pt x="11498" y="38110"/>
                  <a:pt x="11525" y="38110"/>
                  <a:pt x="11552" y="38110"/>
                </a:cubicBezTo>
                <a:cubicBezTo>
                  <a:pt x="11607" y="38110"/>
                  <a:pt x="11648" y="38096"/>
                  <a:pt x="11702" y="38096"/>
                </a:cubicBezTo>
                <a:lnTo>
                  <a:pt x="11796" y="38096"/>
                </a:lnTo>
                <a:cubicBezTo>
                  <a:pt x="11837" y="38083"/>
                  <a:pt x="11891" y="38083"/>
                  <a:pt x="11946" y="38083"/>
                </a:cubicBezTo>
                <a:cubicBezTo>
                  <a:pt x="11973" y="38069"/>
                  <a:pt x="12000" y="38069"/>
                  <a:pt x="12027" y="38069"/>
                </a:cubicBezTo>
                <a:cubicBezTo>
                  <a:pt x="12081" y="38069"/>
                  <a:pt x="12121" y="38056"/>
                  <a:pt x="12175" y="38056"/>
                </a:cubicBezTo>
                <a:cubicBezTo>
                  <a:pt x="12202" y="38056"/>
                  <a:pt x="12244" y="38056"/>
                  <a:pt x="12271" y="38042"/>
                </a:cubicBezTo>
                <a:cubicBezTo>
                  <a:pt x="12311" y="38042"/>
                  <a:pt x="12365" y="38042"/>
                  <a:pt x="12406" y="38029"/>
                </a:cubicBezTo>
                <a:cubicBezTo>
                  <a:pt x="12446" y="38029"/>
                  <a:pt x="12473" y="38029"/>
                  <a:pt x="12500" y="38015"/>
                </a:cubicBezTo>
                <a:cubicBezTo>
                  <a:pt x="12555" y="38015"/>
                  <a:pt x="12596" y="38015"/>
                  <a:pt x="12636" y="38002"/>
                </a:cubicBezTo>
                <a:cubicBezTo>
                  <a:pt x="12677" y="38002"/>
                  <a:pt x="12704" y="38002"/>
                  <a:pt x="12731" y="37988"/>
                </a:cubicBezTo>
                <a:cubicBezTo>
                  <a:pt x="12785" y="37988"/>
                  <a:pt x="12825" y="37988"/>
                  <a:pt x="12867" y="37975"/>
                </a:cubicBezTo>
                <a:cubicBezTo>
                  <a:pt x="12894" y="37975"/>
                  <a:pt x="12934" y="37975"/>
                  <a:pt x="12961" y="37961"/>
                </a:cubicBezTo>
                <a:cubicBezTo>
                  <a:pt x="13002" y="37961"/>
                  <a:pt x="13042" y="37948"/>
                  <a:pt x="13083" y="37948"/>
                </a:cubicBezTo>
                <a:cubicBezTo>
                  <a:pt x="13123" y="37948"/>
                  <a:pt x="13150" y="37934"/>
                  <a:pt x="13192" y="37934"/>
                </a:cubicBezTo>
                <a:cubicBezTo>
                  <a:pt x="13232" y="37934"/>
                  <a:pt x="13273" y="37921"/>
                  <a:pt x="13300" y="37921"/>
                </a:cubicBezTo>
                <a:cubicBezTo>
                  <a:pt x="13340" y="37907"/>
                  <a:pt x="13381" y="37907"/>
                  <a:pt x="13408" y="37894"/>
                </a:cubicBezTo>
                <a:cubicBezTo>
                  <a:pt x="13448" y="37894"/>
                  <a:pt x="13475" y="37894"/>
                  <a:pt x="13517" y="37880"/>
                </a:cubicBezTo>
                <a:cubicBezTo>
                  <a:pt x="13557" y="37880"/>
                  <a:pt x="13584" y="37867"/>
                  <a:pt x="13625" y="37867"/>
                </a:cubicBezTo>
                <a:cubicBezTo>
                  <a:pt x="13652" y="37852"/>
                  <a:pt x="13692" y="37852"/>
                  <a:pt x="13719" y="37852"/>
                </a:cubicBezTo>
                <a:cubicBezTo>
                  <a:pt x="13760" y="37839"/>
                  <a:pt x="13787" y="37839"/>
                  <a:pt x="13828" y="37825"/>
                </a:cubicBezTo>
                <a:cubicBezTo>
                  <a:pt x="13855" y="37825"/>
                  <a:pt x="13896" y="37812"/>
                  <a:pt x="13923" y="37812"/>
                </a:cubicBezTo>
                <a:cubicBezTo>
                  <a:pt x="13963" y="37798"/>
                  <a:pt x="13990" y="37798"/>
                  <a:pt x="14031" y="37785"/>
                </a:cubicBezTo>
                <a:cubicBezTo>
                  <a:pt x="14058" y="37785"/>
                  <a:pt x="14085" y="37771"/>
                  <a:pt x="14125" y="37771"/>
                </a:cubicBezTo>
                <a:cubicBezTo>
                  <a:pt x="14153" y="37758"/>
                  <a:pt x="14180" y="37758"/>
                  <a:pt x="14221" y="37744"/>
                </a:cubicBezTo>
                <a:cubicBezTo>
                  <a:pt x="14248" y="37744"/>
                  <a:pt x="14275" y="37731"/>
                  <a:pt x="14302" y="37731"/>
                </a:cubicBezTo>
                <a:cubicBezTo>
                  <a:pt x="14342" y="37717"/>
                  <a:pt x="14369" y="37704"/>
                  <a:pt x="14396" y="37704"/>
                </a:cubicBezTo>
                <a:cubicBezTo>
                  <a:pt x="14423" y="37690"/>
                  <a:pt x="14451" y="37690"/>
                  <a:pt x="14478" y="37677"/>
                </a:cubicBezTo>
                <a:cubicBezTo>
                  <a:pt x="14519" y="37677"/>
                  <a:pt x="14546" y="37663"/>
                  <a:pt x="14573" y="37650"/>
                </a:cubicBezTo>
                <a:cubicBezTo>
                  <a:pt x="14600" y="37650"/>
                  <a:pt x="14627" y="37636"/>
                  <a:pt x="14654" y="37636"/>
                </a:cubicBezTo>
                <a:cubicBezTo>
                  <a:pt x="14681" y="37623"/>
                  <a:pt x="14708" y="37623"/>
                  <a:pt x="14735" y="37609"/>
                </a:cubicBezTo>
                <a:cubicBezTo>
                  <a:pt x="14763" y="37596"/>
                  <a:pt x="14790" y="37596"/>
                  <a:pt x="14817" y="37582"/>
                </a:cubicBezTo>
                <a:cubicBezTo>
                  <a:pt x="14844" y="37569"/>
                  <a:pt x="14871" y="37569"/>
                  <a:pt x="14898" y="37555"/>
                </a:cubicBezTo>
                <a:cubicBezTo>
                  <a:pt x="14925" y="37542"/>
                  <a:pt x="14938" y="37542"/>
                  <a:pt x="14965" y="37527"/>
                </a:cubicBezTo>
                <a:cubicBezTo>
                  <a:pt x="14992" y="37527"/>
                  <a:pt x="15019" y="37514"/>
                  <a:pt x="15046" y="37500"/>
                </a:cubicBezTo>
                <a:cubicBezTo>
                  <a:pt x="15060" y="37487"/>
                  <a:pt x="15088" y="37487"/>
                  <a:pt x="15101" y="37473"/>
                </a:cubicBezTo>
                <a:cubicBezTo>
                  <a:pt x="15128" y="37460"/>
                  <a:pt x="15155" y="37446"/>
                  <a:pt x="15182" y="37446"/>
                </a:cubicBezTo>
                <a:cubicBezTo>
                  <a:pt x="15196" y="37433"/>
                  <a:pt x="15209" y="37433"/>
                  <a:pt x="15223" y="37419"/>
                </a:cubicBezTo>
                <a:cubicBezTo>
                  <a:pt x="15263" y="37406"/>
                  <a:pt x="15304" y="37379"/>
                  <a:pt x="15344" y="37365"/>
                </a:cubicBezTo>
                <a:cubicBezTo>
                  <a:pt x="15873" y="37067"/>
                  <a:pt x="16252" y="36783"/>
                  <a:pt x="16523" y="36485"/>
                </a:cubicBezTo>
                <a:cubicBezTo>
                  <a:pt x="16617" y="36377"/>
                  <a:pt x="16699" y="36268"/>
                  <a:pt x="16753" y="36160"/>
                </a:cubicBezTo>
                <a:cubicBezTo>
                  <a:pt x="16807" y="36092"/>
                  <a:pt x="16834" y="36025"/>
                  <a:pt x="16861" y="35956"/>
                </a:cubicBezTo>
                <a:cubicBezTo>
                  <a:pt x="17011" y="35564"/>
                  <a:pt x="16929" y="35198"/>
                  <a:pt x="16672" y="34873"/>
                </a:cubicBezTo>
                <a:cubicBezTo>
                  <a:pt x="16617" y="34806"/>
                  <a:pt x="16563" y="34752"/>
                  <a:pt x="16496" y="34698"/>
                </a:cubicBezTo>
                <a:cubicBezTo>
                  <a:pt x="16319" y="34535"/>
                  <a:pt x="16076" y="34372"/>
                  <a:pt x="15792" y="34237"/>
                </a:cubicBezTo>
                <a:cubicBezTo>
                  <a:pt x="16577" y="33708"/>
                  <a:pt x="16686" y="33289"/>
                  <a:pt x="16292" y="32977"/>
                </a:cubicBezTo>
                <a:cubicBezTo>
                  <a:pt x="15900" y="32666"/>
                  <a:pt x="14559" y="32002"/>
                  <a:pt x="14369" y="30960"/>
                </a:cubicBezTo>
                <a:cubicBezTo>
                  <a:pt x="14167" y="29916"/>
                  <a:pt x="13448" y="29483"/>
                  <a:pt x="13448" y="29483"/>
                </a:cubicBezTo>
                <a:cubicBezTo>
                  <a:pt x="13448" y="29483"/>
                  <a:pt x="13002" y="27831"/>
                  <a:pt x="12460" y="26111"/>
                </a:cubicBezTo>
                <a:cubicBezTo>
                  <a:pt x="11363" y="22007"/>
                  <a:pt x="10984" y="17011"/>
                  <a:pt x="10984" y="14546"/>
                </a:cubicBezTo>
                <a:cubicBezTo>
                  <a:pt x="11621" y="14492"/>
                  <a:pt x="12284" y="14423"/>
                  <a:pt x="12961" y="14315"/>
                </a:cubicBezTo>
                <a:cubicBezTo>
                  <a:pt x="13435" y="14234"/>
                  <a:pt x="13760" y="13787"/>
                  <a:pt x="13679" y="13313"/>
                </a:cubicBezTo>
                <a:cubicBezTo>
                  <a:pt x="13617" y="12883"/>
                  <a:pt x="13244" y="12586"/>
                  <a:pt x="12820" y="12586"/>
                </a:cubicBezTo>
                <a:cubicBezTo>
                  <a:pt x="12777" y="12586"/>
                  <a:pt x="12734" y="12589"/>
                  <a:pt x="12690" y="12596"/>
                </a:cubicBezTo>
                <a:cubicBezTo>
                  <a:pt x="12148" y="12690"/>
                  <a:pt x="11607" y="12744"/>
                  <a:pt x="11065" y="12798"/>
                </a:cubicBezTo>
                <a:cubicBezTo>
                  <a:pt x="11092" y="12663"/>
                  <a:pt x="11106" y="12542"/>
                  <a:pt x="11119" y="12406"/>
                </a:cubicBezTo>
                <a:cubicBezTo>
                  <a:pt x="11404" y="12365"/>
                  <a:pt x="11688" y="12311"/>
                  <a:pt x="11973" y="12257"/>
                </a:cubicBezTo>
                <a:cubicBezTo>
                  <a:pt x="12446" y="12162"/>
                  <a:pt x="12744" y="11702"/>
                  <a:pt x="12650" y="11227"/>
                </a:cubicBezTo>
                <a:cubicBezTo>
                  <a:pt x="12556" y="10829"/>
                  <a:pt x="12199" y="10543"/>
                  <a:pt x="11806" y="10543"/>
                </a:cubicBezTo>
                <a:cubicBezTo>
                  <a:pt x="11745" y="10543"/>
                  <a:pt x="11683" y="10550"/>
                  <a:pt x="11621" y="10564"/>
                </a:cubicBezTo>
                <a:lnTo>
                  <a:pt x="11417" y="10604"/>
                </a:lnTo>
                <a:lnTo>
                  <a:pt x="11417" y="10388"/>
                </a:lnTo>
                <a:cubicBezTo>
                  <a:pt x="11579" y="10361"/>
                  <a:pt x="11742" y="10321"/>
                  <a:pt x="11904" y="10293"/>
                </a:cubicBezTo>
                <a:cubicBezTo>
                  <a:pt x="12202" y="10225"/>
                  <a:pt x="12392" y="9941"/>
                  <a:pt x="12325" y="9643"/>
                </a:cubicBezTo>
                <a:cubicBezTo>
                  <a:pt x="12277" y="9391"/>
                  <a:pt x="12038" y="9214"/>
                  <a:pt x="11786" y="9214"/>
                </a:cubicBezTo>
                <a:cubicBezTo>
                  <a:pt x="11754" y="9214"/>
                  <a:pt x="11721" y="9217"/>
                  <a:pt x="11688" y="9223"/>
                </a:cubicBezTo>
                <a:cubicBezTo>
                  <a:pt x="11621" y="9237"/>
                  <a:pt x="11566" y="9250"/>
                  <a:pt x="11512" y="9264"/>
                </a:cubicBezTo>
                <a:cubicBezTo>
                  <a:pt x="11485" y="9264"/>
                  <a:pt x="11471" y="9264"/>
                  <a:pt x="11458" y="9250"/>
                </a:cubicBezTo>
                <a:cubicBezTo>
                  <a:pt x="11458" y="9169"/>
                  <a:pt x="11458" y="8952"/>
                  <a:pt x="11471" y="8654"/>
                </a:cubicBezTo>
                <a:cubicBezTo>
                  <a:pt x="11471" y="8519"/>
                  <a:pt x="11485" y="8343"/>
                  <a:pt x="11498" y="8167"/>
                </a:cubicBezTo>
                <a:cubicBezTo>
                  <a:pt x="11498" y="8004"/>
                  <a:pt x="11512" y="7815"/>
                  <a:pt x="11525" y="7625"/>
                </a:cubicBezTo>
                <a:cubicBezTo>
                  <a:pt x="11552" y="7246"/>
                  <a:pt x="11594" y="6854"/>
                  <a:pt x="11648" y="6529"/>
                </a:cubicBezTo>
                <a:cubicBezTo>
                  <a:pt x="11688" y="6271"/>
                  <a:pt x="11742" y="6054"/>
                  <a:pt x="11796" y="5892"/>
                </a:cubicBezTo>
                <a:cubicBezTo>
                  <a:pt x="11810" y="5837"/>
                  <a:pt x="11837" y="5783"/>
                  <a:pt x="11850" y="5743"/>
                </a:cubicBezTo>
                <a:cubicBezTo>
                  <a:pt x="12189" y="5093"/>
                  <a:pt x="13083" y="3914"/>
                  <a:pt x="13381" y="3481"/>
                </a:cubicBezTo>
                <a:cubicBezTo>
                  <a:pt x="13435" y="3400"/>
                  <a:pt x="13475" y="3318"/>
                  <a:pt x="13490" y="3251"/>
                </a:cubicBezTo>
                <a:lnTo>
                  <a:pt x="13490" y="3197"/>
                </a:lnTo>
                <a:cubicBezTo>
                  <a:pt x="13479" y="3109"/>
                  <a:pt x="13416" y="3052"/>
                  <a:pt x="13302" y="3052"/>
                </a:cubicBezTo>
                <a:cubicBezTo>
                  <a:pt x="13136" y="3052"/>
                  <a:pt x="12859" y="3173"/>
                  <a:pt x="12473" y="3495"/>
                </a:cubicBezTo>
                <a:cubicBezTo>
                  <a:pt x="12406" y="3549"/>
                  <a:pt x="12352" y="3603"/>
                  <a:pt x="12284" y="3657"/>
                </a:cubicBezTo>
                <a:cubicBezTo>
                  <a:pt x="12250" y="3691"/>
                  <a:pt x="12226" y="3715"/>
                  <a:pt x="12203" y="3715"/>
                </a:cubicBezTo>
                <a:cubicBezTo>
                  <a:pt x="12199" y="3715"/>
                  <a:pt x="12194" y="3714"/>
                  <a:pt x="12189" y="3712"/>
                </a:cubicBezTo>
                <a:cubicBezTo>
                  <a:pt x="12162" y="3712"/>
                  <a:pt x="12148" y="3685"/>
                  <a:pt x="12121" y="3643"/>
                </a:cubicBezTo>
                <a:cubicBezTo>
                  <a:pt x="12108" y="3630"/>
                  <a:pt x="12108" y="3603"/>
                  <a:pt x="12094" y="3576"/>
                </a:cubicBezTo>
                <a:cubicBezTo>
                  <a:pt x="12067" y="3495"/>
                  <a:pt x="12040" y="3373"/>
                  <a:pt x="12013" y="3237"/>
                </a:cubicBezTo>
                <a:cubicBezTo>
                  <a:pt x="11959" y="3048"/>
                  <a:pt x="11864" y="2912"/>
                  <a:pt x="11756" y="2818"/>
                </a:cubicBezTo>
                <a:cubicBezTo>
                  <a:pt x="11648" y="2722"/>
                  <a:pt x="11512" y="2682"/>
                  <a:pt x="11404" y="2682"/>
                </a:cubicBezTo>
                <a:cubicBezTo>
                  <a:pt x="11282" y="2682"/>
                  <a:pt x="11119" y="2899"/>
                  <a:pt x="11011" y="3075"/>
                </a:cubicBezTo>
                <a:cubicBezTo>
                  <a:pt x="10984" y="3116"/>
                  <a:pt x="10971" y="3143"/>
                  <a:pt x="10956" y="3170"/>
                </a:cubicBezTo>
                <a:cubicBezTo>
                  <a:pt x="10943" y="3183"/>
                  <a:pt x="10929" y="3197"/>
                  <a:pt x="10929" y="3210"/>
                </a:cubicBezTo>
                <a:lnTo>
                  <a:pt x="10889" y="3291"/>
                </a:lnTo>
                <a:cubicBezTo>
                  <a:pt x="10889" y="3291"/>
                  <a:pt x="10131" y="2601"/>
                  <a:pt x="9331" y="2439"/>
                </a:cubicBezTo>
                <a:lnTo>
                  <a:pt x="9331" y="1937"/>
                </a:lnTo>
                <a:cubicBezTo>
                  <a:pt x="9331" y="1937"/>
                  <a:pt x="9440" y="1870"/>
                  <a:pt x="9548" y="1707"/>
                </a:cubicBezTo>
                <a:cubicBezTo>
                  <a:pt x="9643" y="1558"/>
                  <a:pt x="9738" y="1314"/>
                  <a:pt x="9725" y="976"/>
                </a:cubicBezTo>
                <a:cubicBezTo>
                  <a:pt x="9711" y="895"/>
                  <a:pt x="9698" y="814"/>
                  <a:pt x="9683" y="745"/>
                </a:cubicBezTo>
                <a:cubicBezTo>
                  <a:pt x="9670" y="718"/>
                  <a:pt x="9670" y="705"/>
                  <a:pt x="9656" y="678"/>
                </a:cubicBezTo>
                <a:cubicBezTo>
                  <a:pt x="9643" y="637"/>
                  <a:pt x="9629" y="583"/>
                  <a:pt x="9616" y="543"/>
                </a:cubicBezTo>
                <a:cubicBezTo>
                  <a:pt x="9602" y="516"/>
                  <a:pt x="9575" y="501"/>
                  <a:pt x="9562" y="474"/>
                </a:cubicBezTo>
                <a:cubicBezTo>
                  <a:pt x="9548" y="447"/>
                  <a:pt x="9521" y="407"/>
                  <a:pt x="9508" y="380"/>
                </a:cubicBezTo>
                <a:lnTo>
                  <a:pt x="9440" y="312"/>
                </a:lnTo>
                <a:lnTo>
                  <a:pt x="9386" y="258"/>
                </a:lnTo>
                <a:cubicBezTo>
                  <a:pt x="9345" y="231"/>
                  <a:pt x="9318" y="204"/>
                  <a:pt x="9291" y="176"/>
                </a:cubicBezTo>
                <a:cubicBezTo>
                  <a:pt x="9277" y="176"/>
                  <a:pt x="9250" y="163"/>
                  <a:pt x="9237" y="149"/>
                </a:cubicBezTo>
                <a:cubicBezTo>
                  <a:pt x="9196" y="122"/>
                  <a:pt x="9156" y="109"/>
                  <a:pt x="9115" y="95"/>
                </a:cubicBezTo>
                <a:cubicBezTo>
                  <a:pt x="9115" y="82"/>
                  <a:pt x="9102" y="82"/>
                  <a:pt x="9088" y="82"/>
                </a:cubicBezTo>
                <a:cubicBezTo>
                  <a:pt x="9048" y="55"/>
                  <a:pt x="8993" y="41"/>
                  <a:pt x="8952" y="28"/>
                </a:cubicBezTo>
                <a:lnTo>
                  <a:pt x="8939" y="28"/>
                </a:lnTo>
                <a:cubicBezTo>
                  <a:pt x="8885" y="14"/>
                  <a:pt x="8844" y="14"/>
                  <a:pt x="879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7925484" y="3323953"/>
            <a:ext cx="498515" cy="1280157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6" name="Google Shape;156;p19"/>
          <p:cNvCxnSpPr/>
          <p:nvPr/>
        </p:nvCxnSpPr>
        <p:spPr>
          <a:xfrm>
            <a:off x="3200400" y="2916966"/>
            <a:ext cx="274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diamond" w="med" len="med"/>
            <a:tailEnd type="diamond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METODOLOGIE VÝBĚRU DAT</a:t>
            </a:r>
            <a:endParaRPr dirty="0"/>
          </a:p>
        </p:txBody>
      </p:sp>
      <p:sp>
        <p:nvSpPr>
          <p:cNvPr id="162" name="Google Shape;162;p20"/>
          <p:cNvSpPr txBox="1">
            <a:spLocks noGrp="1"/>
          </p:cNvSpPr>
          <p:nvPr>
            <p:ph type="body" idx="1"/>
          </p:nvPr>
        </p:nvSpPr>
        <p:spPr>
          <a:xfrm>
            <a:off x="720000" y="1394700"/>
            <a:ext cx="7704000" cy="32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>
              <a:spcBef>
                <a:spcPts val="1000"/>
              </a:spcBef>
              <a:buSzPts val="1400"/>
            </a:pPr>
            <a:r>
              <a:rPr lang="cs-CZ" dirty="0"/>
              <a:t>Chess.com – největší šachová platforma</a:t>
            </a:r>
          </a:p>
          <a:p>
            <a:pPr marL="882650" lvl="1" indent="-285750">
              <a:spcBef>
                <a:spcPts val="1000"/>
              </a:spcBef>
              <a:buSzPts val="1400"/>
            </a:pPr>
            <a:r>
              <a:rPr lang="cs-CZ" dirty="0"/>
              <a:t>Online platforma pro hraní šachu</a:t>
            </a:r>
          </a:p>
          <a:p>
            <a:pPr marL="882650" lvl="1" indent="-285750">
              <a:spcBef>
                <a:spcPts val="1000"/>
              </a:spcBef>
              <a:buSzPts val="1400"/>
            </a:pPr>
            <a:r>
              <a:rPr lang="cs-CZ" dirty="0"/>
              <a:t>Velká databáze šachových partií</a:t>
            </a:r>
          </a:p>
          <a:p>
            <a:pPr marL="882650" lvl="1" indent="-285750">
              <a:spcBef>
                <a:spcPts val="1000"/>
              </a:spcBef>
              <a:buSzPts val="1400"/>
            </a:pPr>
            <a:r>
              <a:rPr lang="cs-CZ" dirty="0"/>
              <a:t>Dobře zdokumentované, veřejné API</a:t>
            </a:r>
          </a:p>
          <a:p>
            <a:pPr marL="425450" indent="-285750">
              <a:spcBef>
                <a:spcPts val="1000"/>
              </a:spcBef>
              <a:buSzPts val="1400"/>
            </a:pPr>
            <a:r>
              <a:rPr lang="cs-CZ" dirty="0"/>
              <a:t>Analýza vlastních her</a:t>
            </a:r>
          </a:p>
          <a:p>
            <a:pPr marL="882650" lvl="1" indent="-285750">
              <a:spcBef>
                <a:spcPts val="1000"/>
              </a:spcBef>
              <a:buSzPts val="1400"/>
            </a:pPr>
            <a:endParaRPr lang="cs-CZ" dirty="0"/>
          </a:p>
          <a:p>
            <a:pPr marL="882650" lvl="1" indent="-285750">
              <a:spcBef>
                <a:spcPts val="1000"/>
              </a:spcBef>
              <a:buSzPts val="14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/>
        </p:nvSpPr>
        <p:spPr>
          <a:xfrm>
            <a:off x="6016845" y="2769972"/>
            <a:ext cx="1097400" cy="457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rPr>
              <a:t>04</a:t>
            </a:r>
            <a:endParaRPr sz="2800" b="1" dirty="0">
              <a:solidFill>
                <a:schemeClr val="dk1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4670070" y="2769972"/>
            <a:ext cx="1097400" cy="457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rPr>
              <a:t>03</a:t>
            </a:r>
            <a:endParaRPr sz="2800" b="1">
              <a:solidFill>
                <a:schemeClr val="dk1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3323495" y="2769972"/>
            <a:ext cx="1097400" cy="457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rPr>
              <a:t>02</a:t>
            </a:r>
            <a:endParaRPr sz="2800" b="1" dirty="0">
              <a:solidFill>
                <a:schemeClr val="dk1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1975470" y="2769972"/>
            <a:ext cx="1097400" cy="457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rPr>
              <a:t>01</a:t>
            </a:r>
            <a:endParaRPr sz="2800" b="1" dirty="0">
              <a:solidFill>
                <a:schemeClr val="dk1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cxnSp>
        <p:nvCxnSpPr>
          <p:cNvPr id="173" name="Google Shape;173;p21"/>
          <p:cNvCxnSpPr>
            <a:cxnSpLocks/>
          </p:cNvCxnSpPr>
          <p:nvPr/>
        </p:nvCxnSpPr>
        <p:spPr>
          <a:xfrm>
            <a:off x="7114245" y="2998572"/>
            <a:ext cx="365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4" name="Google Shape;174;p21"/>
          <p:cNvCxnSpPr>
            <a:endCxn id="171" idx="1"/>
          </p:cNvCxnSpPr>
          <p:nvPr/>
        </p:nvCxnSpPr>
        <p:spPr>
          <a:xfrm>
            <a:off x="1609770" y="2998572"/>
            <a:ext cx="365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75" name="Google Shape;175;p21"/>
          <p:cNvCxnSpPr>
            <a:stCxn id="171" idx="0"/>
            <a:endCxn id="176" idx="2"/>
          </p:cNvCxnSpPr>
          <p:nvPr/>
        </p:nvCxnSpPr>
        <p:spPr>
          <a:xfrm rot="10800000">
            <a:off x="2524170" y="2448372"/>
            <a:ext cx="0" cy="321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77" name="Google Shape;177;p21"/>
          <p:cNvCxnSpPr>
            <a:stCxn id="171" idx="3"/>
            <a:endCxn id="170" idx="1"/>
          </p:cNvCxnSpPr>
          <p:nvPr/>
        </p:nvCxnSpPr>
        <p:spPr>
          <a:xfrm>
            <a:off x="3072870" y="2998572"/>
            <a:ext cx="250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1"/>
          <p:cNvCxnSpPr>
            <a:stCxn id="170" idx="3"/>
            <a:endCxn id="169" idx="1"/>
          </p:cNvCxnSpPr>
          <p:nvPr/>
        </p:nvCxnSpPr>
        <p:spPr>
          <a:xfrm>
            <a:off x="4420895" y="2998572"/>
            <a:ext cx="2493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21"/>
          <p:cNvCxnSpPr>
            <a:stCxn id="170" idx="2"/>
            <a:endCxn id="180" idx="0"/>
          </p:cNvCxnSpPr>
          <p:nvPr/>
        </p:nvCxnSpPr>
        <p:spPr>
          <a:xfrm>
            <a:off x="3872195" y="3227172"/>
            <a:ext cx="0" cy="323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81" name="Google Shape;181;p21"/>
          <p:cNvCxnSpPr>
            <a:stCxn id="169" idx="0"/>
            <a:endCxn id="182" idx="2"/>
          </p:cNvCxnSpPr>
          <p:nvPr/>
        </p:nvCxnSpPr>
        <p:spPr>
          <a:xfrm rot="10800000">
            <a:off x="5218770" y="2448372"/>
            <a:ext cx="0" cy="321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83" name="Google Shape;183;p21"/>
          <p:cNvCxnSpPr>
            <a:stCxn id="168" idx="2"/>
            <a:endCxn id="184" idx="0"/>
          </p:cNvCxnSpPr>
          <p:nvPr/>
        </p:nvCxnSpPr>
        <p:spPr>
          <a:xfrm>
            <a:off x="6565545" y="3227172"/>
            <a:ext cx="0" cy="323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87" name="Google Shape;187;p21"/>
          <p:cNvCxnSpPr>
            <a:stCxn id="169" idx="3"/>
            <a:endCxn id="168" idx="1"/>
          </p:cNvCxnSpPr>
          <p:nvPr/>
        </p:nvCxnSpPr>
        <p:spPr>
          <a:xfrm>
            <a:off x="5767470" y="2998572"/>
            <a:ext cx="2493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9" name="Google Shape;189;p21"/>
          <p:cNvGrpSpPr/>
          <p:nvPr/>
        </p:nvGrpSpPr>
        <p:grpSpPr>
          <a:xfrm>
            <a:off x="1359870" y="1394694"/>
            <a:ext cx="2328600" cy="1053721"/>
            <a:chOff x="713100" y="1394694"/>
            <a:chExt cx="2328600" cy="1053721"/>
          </a:xfrm>
        </p:grpSpPr>
        <p:sp>
          <p:nvSpPr>
            <p:cNvPr id="190" name="Google Shape;190;p21"/>
            <p:cNvSpPr txBox="1"/>
            <p:nvPr/>
          </p:nvSpPr>
          <p:spPr>
            <a:xfrm>
              <a:off x="713100" y="1394694"/>
              <a:ext cx="23286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-CZ" sz="2800" b="1" dirty="0">
                  <a:solidFill>
                    <a:schemeClr val="dk1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Příjem dat</a:t>
              </a:r>
              <a:endParaRPr sz="2800" b="1" dirty="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endParaRPr>
            </a:p>
          </p:txBody>
        </p:sp>
        <p:sp>
          <p:nvSpPr>
            <p:cNvPr id="176" name="Google Shape;176;p21"/>
            <p:cNvSpPr txBox="1"/>
            <p:nvPr/>
          </p:nvSpPr>
          <p:spPr>
            <a:xfrm>
              <a:off x="713100" y="1808216"/>
              <a:ext cx="23286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cs-CZ" dirty="0">
                  <a:solidFill>
                    <a:schemeClr val="dk1"/>
                  </a:solidFill>
                  <a:latin typeface="Anaheim"/>
                  <a:ea typeface="Anaheim"/>
                  <a:cs typeface="Anaheim"/>
                  <a:sym typeface="Anaheim"/>
                </a:rPr>
                <a:t>Skládání dat z dotazů na chess.com API</a:t>
              </a:r>
              <a:endParaRPr dirty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</p:grpSp>
      <p:grpSp>
        <p:nvGrpSpPr>
          <p:cNvPr id="191" name="Google Shape;191;p21"/>
          <p:cNvGrpSpPr/>
          <p:nvPr/>
        </p:nvGrpSpPr>
        <p:grpSpPr>
          <a:xfrm>
            <a:off x="2707895" y="3550369"/>
            <a:ext cx="2328600" cy="1053721"/>
            <a:chOff x="713100" y="1394694"/>
            <a:chExt cx="2328600" cy="1053721"/>
          </a:xfrm>
        </p:grpSpPr>
        <p:sp>
          <p:nvSpPr>
            <p:cNvPr id="180" name="Google Shape;180;p21"/>
            <p:cNvSpPr txBox="1"/>
            <p:nvPr/>
          </p:nvSpPr>
          <p:spPr>
            <a:xfrm>
              <a:off x="713100" y="1394694"/>
              <a:ext cx="23286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-CZ" sz="2800" b="1" dirty="0">
                  <a:solidFill>
                    <a:schemeClr val="dk1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Transformace</a:t>
              </a:r>
              <a:endParaRPr sz="2800" b="1" dirty="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endParaRPr>
            </a:p>
          </p:txBody>
        </p:sp>
        <p:sp>
          <p:nvSpPr>
            <p:cNvPr id="192" name="Google Shape;192;p21"/>
            <p:cNvSpPr txBox="1"/>
            <p:nvPr/>
          </p:nvSpPr>
          <p:spPr>
            <a:xfrm>
              <a:off x="713100" y="1808216"/>
              <a:ext cx="23286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-CZ" dirty="0">
                  <a:solidFill>
                    <a:schemeClr val="dk1"/>
                  </a:solidFill>
                  <a:latin typeface="Anaheim"/>
                  <a:ea typeface="Anaheim"/>
                  <a:cs typeface="Anaheim"/>
                  <a:sym typeface="Anaheim"/>
                </a:rPr>
                <a:t>Extrakce dalších informací z PNG stažených her</a:t>
              </a:r>
              <a:endParaRPr dirty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</p:grpSp>
      <p:grpSp>
        <p:nvGrpSpPr>
          <p:cNvPr id="193" name="Google Shape;193;p21"/>
          <p:cNvGrpSpPr/>
          <p:nvPr/>
        </p:nvGrpSpPr>
        <p:grpSpPr>
          <a:xfrm>
            <a:off x="4054470" y="1394694"/>
            <a:ext cx="2328600" cy="1053721"/>
            <a:chOff x="713100" y="1394694"/>
            <a:chExt cx="2328600" cy="1053721"/>
          </a:xfrm>
        </p:grpSpPr>
        <p:sp>
          <p:nvSpPr>
            <p:cNvPr id="194" name="Google Shape;194;p21"/>
            <p:cNvSpPr txBox="1"/>
            <p:nvPr/>
          </p:nvSpPr>
          <p:spPr>
            <a:xfrm>
              <a:off x="713100" y="1394694"/>
              <a:ext cx="23286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-CZ" sz="2800" b="1" dirty="0" err="1">
                  <a:solidFill>
                    <a:schemeClr val="dk1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Stockfish</a:t>
              </a:r>
              <a:endParaRPr sz="2800" b="1" dirty="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endParaRPr>
            </a:p>
          </p:txBody>
        </p:sp>
        <p:sp>
          <p:nvSpPr>
            <p:cNvPr id="182" name="Google Shape;182;p21"/>
            <p:cNvSpPr txBox="1"/>
            <p:nvPr/>
          </p:nvSpPr>
          <p:spPr>
            <a:xfrm>
              <a:off x="713100" y="1808216"/>
              <a:ext cx="23286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-CZ" dirty="0">
                  <a:solidFill>
                    <a:schemeClr val="dk1"/>
                  </a:solidFill>
                  <a:latin typeface="Anaheim"/>
                  <a:ea typeface="Anaheim"/>
                  <a:cs typeface="Anaheim"/>
                  <a:sym typeface="Anaheim"/>
                </a:rPr>
                <a:t>Analýza šachových partií pomocí šachového </a:t>
              </a:r>
              <a:r>
                <a:rPr lang="cs-CZ" dirty="0" err="1">
                  <a:solidFill>
                    <a:schemeClr val="dk1"/>
                  </a:solidFill>
                  <a:latin typeface="Anaheim"/>
                  <a:ea typeface="Anaheim"/>
                  <a:cs typeface="Anaheim"/>
                  <a:sym typeface="Anaheim"/>
                </a:rPr>
                <a:t>enginu</a:t>
              </a:r>
              <a:endParaRPr dirty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</p:grpSp>
      <p:grpSp>
        <p:nvGrpSpPr>
          <p:cNvPr id="195" name="Google Shape;195;p21"/>
          <p:cNvGrpSpPr/>
          <p:nvPr/>
        </p:nvGrpSpPr>
        <p:grpSpPr>
          <a:xfrm>
            <a:off x="5401245" y="3550369"/>
            <a:ext cx="2328600" cy="1053721"/>
            <a:chOff x="713100" y="1394694"/>
            <a:chExt cx="2328600" cy="1053721"/>
          </a:xfrm>
        </p:grpSpPr>
        <p:sp>
          <p:nvSpPr>
            <p:cNvPr id="184" name="Google Shape;184;p21"/>
            <p:cNvSpPr txBox="1"/>
            <p:nvPr/>
          </p:nvSpPr>
          <p:spPr>
            <a:xfrm>
              <a:off x="713100" y="1394694"/>
              <a:ext cx="23286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s-CZ" sz="2800" b="1" dirty="0">
                  <a:solidFill>
                    <a:schemeClr val="dk1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Analýza</a:t>
              </a:r>
              <a:endParaRPr sz="2800" b="1" dirty="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endParaRPr>
            </a:p>
          </p:txBody>
        </p:sp>
        <p:sp>
          <p:nvSpPr>
            <p:cNvPr id="196" name="Google Shape;196;p21"/>
            <p:cNvSpPr txBox="1"/>
            <p:nvPr/>
          </p:nvSpPr>
          <p:spPr>
            <a:xfrm>
              <a:off x="713100" y="1808216"/>
              <a:ext cx="23286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cs-CZ" dirty="0">
                  <a:solidFill>
                    <a:schemeClr val="dk1"/>
                  </a:solidFill>
                  <a:latin typeface="Anaheim"/>
                  <a:ea typeface="Anaheim"/>
                  <a:cs typeface="Anaheim"/>
                  <a:sym typeface="Anaheim"/>
                </a:rPr>
                <a:t>Analýza, statistiky a vizualizace dat</a:t>
              </a:r>
              <a:endParaRPr dirty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endParaRPr>
            </a:p>
          </p:txBody>
        </p:sp>
      </p:grpSp>
      <p:sp>
        <p:nvSpPr>
          <p:cNvPr id="3" name="Nadpis 2">
            <a:extLst>
              <a:ext uri="{FF2B5EF4-FFF2-40B4-BE49-F238E27FC236}">
                <a16:creationId xmlns:a16="http://schemas.microsoft.com/office/drawing/2014/main" id="{C7518FF6-FEE6-B9F7-CE24-1B63D3FE6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DATOVÁ PIPELINE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Rukopis 3">
                <a:extLst>
                  <a:ext uri="{FF2B5EF4-FFF2-40B4-BE49-F238E27FC236}">
                    <a16:creationId xmlns:a16="http://schemas.microsoft.com/office/drawing/2014/main" id="{1FA91E0F-79D6-C7AC-3992-97972F241DB8}"/>
                  </a:ext>
                </a:extLst>
              </p14:cNvPr>
              <p14:cNvContentPartPr/>
              <p14:nvPr/>
            </p14:nvContentPartPr>
            <p14:xfrm>
              <a:off x="4556745" y="1977334"/>
              <a:ext cx="360" cy="360"/>
            </p14:xfrm>
          </p:contentPart>
        </mc:Choice>
        <mc:Fallback xmlns="">
          <p:pic>
            <p:nvPicPr>
              <p:cNvPr id="4" name="Rukopis 3">
                <a:extLst>
                  <a:ext uri="{FF2B5EF4-FFF2-40B4-BE49-F238E27FC236}">
                    <a16:creationId xmlns:a16="http://schemas.microsoft.com/office/drawing/2014/main" id="{1FA91E0F-79D6-C7AC-3992-97972F241D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50625" y="1971214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49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TRANSFORMACE DAT</a:t>
            </a:r>
            <a:endParaRPr dirty="0"/>
          </a:p>
        </p:txBody>
      </p:sp>
      <p:pic>
        <p:nvPicPr>
          <p:cNvPr id="9" name="Obrázek 8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EE236EDA-87A9-E8AD-0C17-311FAD848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719" y="1993212"/>
            <a:ext cx="5123057" cy="2475572"/>
          </a:xfrm>
          <a:prstGeom prst="rect">
            <a:avLst/>
          </a:prstGeom>
        </p:spPr>
      </p:pic>
      <p:sp>
        <p:nvSpPr>
          <p:cNvPr id="19" name="Google Shape;190;p21">
            <a:extLst>
              <a:ext uri="{FF2B5EF4-FFF2-40B4-BE49-F238E27FC236}">
                <a16:creationId xmlns:a16="http://schemas.microsoft.com/office/drawing/2014/main" id="{A3C1B18D-7E34-EDDF-3FCC-1F805D4B02C7}"/>
              </a:ext>
            </a:extLst>
          </p:cNvPr>
          <p:cNvSpPr txBox="1"/>
          <p:nvPr/>
        </p:nvSpPr>
        <p:spPr>
          <a:xfrm>
            <a:off x="3121947" y="1335006"/>
            <a:ext cx="2328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800" dirty="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rPr>
              <a:t>Přijatá data</a:t>
            </a:r>
            <a:endParaRPr sz="2800" dirty="0">
              <a:solidFill>
                <a:schemeClr val="dk1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>
          <a:extLst>
            <a:ext uri="{FF2B5EF4-FFF2-40B4-BE49-F238E27FC236}">
              <a16:creationId xmlns:a16="http://schemas.microsoft.com/office/drawing/2014/main" id="{C6E32A10-43BC-AB3B-E5BA-5C0E04609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49">
            <a:extLst>
              <a:ext uri="{FF2B5EF4-FFF2-40B4-BE49-F238E27FC236}">
                <a16:creationId xmlns:a16="http://schemas.microsoft.com/office/drawing/2014/main" id="{876CBD8B-F721-B1DF-2878-83470780D2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TRANSFORMACE DAT</a:t>
            </a:r>
            <a:endParaRPr dirty="0"/>
          </a:p>
        </p:txBody>
      </p:sp>
      <p:pic>
        <p:nvPicPr>
          <p:cNvPr id="15" name="Obrázek 14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6981129C-4AFC-F285-A69E-F4F9B9B92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172" y="1939893"/>
            <a:ext cx="2296247" cy="2562725"/>
          </a:xfrm>
          <a:prstGeom prst="rect">
            <a:avLst/>
          </a:prstGeom>
        </p:spPr>
      </p:pic>
      <p:pic>
        <p:nvPicPr>
          <p:cNvPr id="17" name="Obrázek 16" descr="Obsah obrázku text, snímek obrazovky, software, Písmo&#10;&#10;Obsah generovaný pomocí AI může být nesprávný.">
            <a:extLst>
              <a:ext uri="{FF2B5EF4-FFF2-40B4-BE49-F238E27FC236}">
                <a16:creationId xmlns:a16="http://schemas.microsoft.com/office/drawing/2014/main" id="{58C9D14E-F8A3-AC3E-CD45-4A3259FEC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4556" y="1939893"/>
            <a:ext cx="2296246" cy="2817847"/>
          </a:xfrm>
          <a:prstGeom prst="rect">
            <a:avLst/>
          </a:prstGeom>
        </p:spPr>
      </p:pic>
      <p:sp>
        <p:nvSpPr>
          <p:cNvPr id="2" name="Google Shape;190;p21">
            <a:extLst>
              <a:ext uri="{FF2B5EF4-FFF2-40B4-BE49-F238E27FC236}">
                <a16:creationId xmlns:a16="http://schemas.microsoft.com/office/drawing/2014/main" id="{619DC063-3607-98F6-B1EC-32A85A6115EF}"/>
              </a:ext>
            </a:extLst>
          </p:cNvPr>
          <p:cNvSpPr txBox="1"/>
          <p:nvPr/>
        </p:nvSpPr>
        <p:spPr>
          <a:xfrm>
            <a:off x="792639" y="1437093"/>
            <a:ext cx="2571311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800" dirty="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rPr>
              <a:t>Informace o hře</a:t>
            </a:r>
            <a:endParaRPr sz="2800" dirty="0">
              <a:solidFill>
                <a:schemeClr val="dk1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3" name="Google Shape;190;p21">
            <a:extLst>
              <a:ext uri="{FF2B5EF4-FFF2-40B4-BE49-F238E27FC236}">
                <a16:creationId xmlns:a16="http://schemas.microsoft.com/office/drawing/2014/main" id="{D8B248C1-BDB6-C963-0224-06D7C693DFA8}"/>
              </a:ext>
            </a:extLst>
          </p:cNvPr>
          <p:cNvSpPr txBox="1"/>
          <p:nvPr/>
        </p:nvSpPr>
        <p:spPr>
          <a:xfrm>
            <a:off x="5445510" y="1431962"/>
            <a:ext cx="2794337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800" dirty="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rPr>
              <a:t>Informace o tahu</a:t>
            </a:r>
            <a:endParaRPr sz="2800" dirty="0">
              <a:solidFill>
                <a:schemeClr val="dk1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Rukopis 5">
                <a:extLst>
                  <a:ext uri="{FF2B5EF4-FFF2-40B4-BE49-F238E27FC236}">
                    <a16:creationId xmlns:a16="http://schemas.microsoft.com/office/drawing/2014/main" id="{96821922-5A29-A6ED-825E-9556C86FAA4A}"/>
                  </a:ext>
                </a:extLst>
              </p14:cNvPr>
              <p14:cNvContentPartPr/>
              <p14:nvPr/>
            </p14:nvContentPartPr>
            <p14:xfrm>
              <a:off x="5992065" y="2688460"/>
              <a:ext cx="1649160" cy="360"/>
            </p14:xfrm>
          </p:contentPart>
        </mc:Choice>
        <mc:Fallback xmlns="">
          <p:pic>
            <p:nvPicPr>
              <p:cNvPr id="6" name="Rukopis 5">
                <a:extLst>
                  <a:ext uri="{FF2B5EF4-FFF2-40B4-BE49-F238E27FC236}">
                    <a16:creationId xmlns:a16="http://schemas.microsoft.com/office/drawing/2014/main" id="{96821922-5A29-A6ED-825E-9556C86FAA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85945" y="2682340"/>
                <a:ext cx="1661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Rukopis 9">
                <a:extLst>
                  <a:ext uri="{FF2B5EF4-FFF2-40B4-BE49-F238E27FC236}">
                    <a16:creationId xmlns:a16="http://schemas.microsoft.com/office/drawing/2014/main" id="{B218EF9B-F298-2FBC-E0AB-4B7A59A42F19}"/>
                  </a:ext>
                </a:extLst>
              </p14:cNvPr>
              <p14:cNvContentPartPr/>
              <p14:nvPr/>
            </p14:nvContentPartPr>
            <p14:xfrm>
              <a:off x="5984145" y="3877900"/>
              <a:ext cx="1505160" cy="360"/>
            </p14:xfrm>
          </p:contentPart>
        </mc:Choice>
        <mc:Fallback xmlns="">
          <p:pic>
            <p:nvPicPr>
              <p:cNvPr id="10" name="Rukopis 9">
                <a:extLst>
                  <a:ext uri="{FF2B5EF4-FFF2-40B4-BE49-F238E27FC236}">
                    <a16:creationId xmlns:a16="http://schemas.microsoft.com/office/drawing/2014/main" id="{B218EF9B-F298-2FBC-E0AB-4B7A59A42F1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78025" y="3871780"/>
                <a:ext cx="1517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Rukopis 10">
                <a:extLst>
                  <a:ext uri="{FF2B5EF4-FFF2-40B4-BE49-F238E27FC236}">
                    <a16:creationId xmlns:a16="http://schemas.microsoft.com/office/drawing/2014/main" id="{9F235182-0268-E265-267B-1105B90F2966}"/>
                  </a:ext>
                </a:extLst>
              </p14:cNvPr>
              <p14:cNvContentPartPr/>
              <p14:nvPr/>
            </p14:nvContentPartPr>
            <p14:xfrm>
              <a:off x="5969385" y="3015700"/>
              <a:ext cx="1653480" cy="360"/>
            </p14:xfrm>
          </p:contentPart>
        </mc:Choice>
        <mc:Fallback xmlns="">
          <p:pic>
            <p:nvPicPr>
              <p:cNvPr id="11" name="Rukopis 10">
                <a:extLst>
                  <a:ext uri="{FF2B5EF4-FFF2-40B4-BE49-F238E27FC236}">
                    <a16:creationId xmlns:a16="http://schemas.microsoft.com/office/drawing/2014/main" id="{9F235182-0268-E265-267B-1105B90F296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63265" y="3009580"/>
                <a:ext cx="16657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Rukopis 11">
                <a:extLst>
                  <a:ext uri="{FF2B5EF4-FFF2-40B4-BE49-F238E27FC236}">
                    <a16:creationId xmlns:a16="http://schemas.microsoft.com/office/drawing/2014/main" id="{E99419AE-14F2-444E-2F6C-F6428982B736}"/>
                  </a:ext>
                </a:extLst>
              </p14:cNvPr>
              <p14:cNvContentPartPr/>
              <p14:nvPr/>
            </p14:nvContentPartPr>
            <p14:xfrm>
              <a:off x="1129905" y="3045220"/>
              <a:ext cx="1536120" cy="360"/>
            </p14:xfrm>
          </p:contentPart>
        </mc:Choice>
        <mc:Fallback xmlns="">
          <p:pic>
            <p:nvPicPr>
              <p:cNvPr id="12" name="Rukopis 11">
                <a:extLst>
                  <a:ext uri="{FF2B5EF4-FFF2-40B4-BE49-F238E27FC236}">
                    <a16:creationId xmlns:a16="http://schemas.microsoft.com/office/drawing/2014/main" id="{E99419AE-14F2-444E-2F6C-F6428982B73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23785" y="3039100"/>
                <a:ext cx="15483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Rukopis 12">
                <a:extLst>
                  <a:ext uri="{FF2B5EF4-FFF2-40B4-BE49-F238E27FC236}">
                    <a16:creationId xmlns:a16="http://schemas.microsoft.com/office/drawing/2014/main" id="{CDDF45CA-89B6-E0FA-B7AD-4BEBA8B1B845}"/>
                  </a:ext>
                </a:extLst>
              </p14:cNvPr>
              <p14:cNvContentPartPr/>
              <p14:nvPr/>
            </p14:nvContentPartPr>
            <p14:xfrm>
              <a:off x="1092825" y="3372460"/>
              <a:ext cx="2033640" cy="360"/>
            </p14:xfrm>
          </p:contentPart>
        </mc:Choice>
        <mc:Fallback xmlns="">
          <p:pic>
            <p:nvPicPr>
              <p:cNvPr id="13" name="Rukopis 12">
                <a:extLst>
                  <a:ext uri="{FF2B5EF4-FFF2-40B4-BE49-F238E27FC236}">
                    <a16:creationId xmlns:a16="http://schemas.microsoft.com/office/drawing/2014/main" id="{CDDF45CA-89B6-E0FA-B7AD-4BEBA8B1B84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86705" y="3366340"/>
                <a:ext cx="20458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Rukopis 13">
                <a:extLst>
                  <a:ext uri="{FF2B5EF4-FFF2-40B4-BE49-F238E27FC236}">
                    <a16:creationId xmlns:a16="http://schemas.microsoft.com/office/drawing/2014/main" id="{960776E6-219E-53D5-293B-15A29687E119}"/>
                  </a:ext>
                </a:extLst>
              </p14:cNvPr>
              <p14:cNvContentPartPr/>
              <p14:nvPr/>
            </p14:nvContentPartPr>
            <p14:xfrm>
              <a:off x="1129905" y="2718340"/>
              <a:ext cx="1166760" cy="360"/>
            </p14:xfrm>
          </p:contentPart>
        </mc:Choice>
        <mc:Fallback xmlns="">
          <p:pic>
            <p:nvPicPr>
              <p:cNvPr id="14" name="Rukopis 13">
                <a:extLst>
                  <a:ext uri="{FF2B5EF4-FFF2-40B4-BE49-F238E27FC236}">
                    <a16:creationId xmlns:a16="http://schemas.microsoft.com/office/drawing/2014/main" id="{960776E6-219E-53D5-293B-15A29687E11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23785" y="2712220"/>
                <a:ext cx="11790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7383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>
          <a:extLst>
            <a:ext uri="{FF2B5EF4-FFF2-40B4-BE49-F238E27FC236}">
              <a16:creationId xmlns:a16="http://schemas.microsoft.com/office/drawing/2014/main" id="{EED23E5A-7932-EB9D-3D3E-3989AE699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>
            <a:extLst>
              <a:ext uri="{FF2B5EF4-FFF2-40B4-BE49-F238E27FC236}">
                <a16:creationId xmlns:a16="http://schemas.microsoft.com/office/drawing/2014/main" id="{08AF40E9-D9BA-1A23-B962-2486858DEB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s-CZ" dirty="0"/>
              <a:t>ANALÝZA HER</a:t>
            </a:r>
            <a:br>
              <a:rPr lang="cs-CZ" dirty="0"/>
            </a:br>
            <a:endParaRPr dirty="0"/>
          </a:p>
        </p:txBody>
      </p:sp>
      <p:sp>
        <p:nvSpPr>
          <p:cNvPr id="162" name="Google Shape;162;p20">
            <a:extLst>
              <a:ext uri="{FF2B5EF4-FFF2-40B4-BE49-F238E27FC236}">
                <a16:creationId xmlns:a16="http://schemas.microsoft.com/office/drawing/2014/main" id="{22584E98-0568-CA7E-1D89-6F03793572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394700"/>
            <a:ext cx="7704000" cy="32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>
              <a:spcBef>
                <a:spcPts val="1000"/>
              </a:spcBef>
              <a:buSzPts val="1400"/>
            </a:pPr>
            <a:r>
              <a:rPr lang="cs-CZ" dirty="0"/>
              <a:t>Chess.com neposkytuje přístup k analyzovaným partiím</a:t>
            </a:r>
          </a:p>
          <a:p>
            <a:pPr marL="425450" indent="-285750">
              <a:spcBef>
                <a:spcPts val="1000"/>
              </a:spcBef>
              <a:buSzPts val="1400"/>
            </a:pPr>
            <a:r>
              <a:rPr lang="cs-CZ" dirty="0"/>
              <a:t>Původní záměr využít LiChess.org API pro evaluace her</a:t>
            </a:r>
          </a:p>
          <a:p>
            <a:pPr marL="882650" lvl="1" indent="-285750">
              <a:spcBef>
                <a:spcPts val="1000"/>
              </a:spcBef>
              <a:buSzPts val="1400"/>
            </a:pPr>
            <a:r>
              <a:rPr lang="cs-CZ" dirty="0"/>
              <a:t>limit 200 her za hodinu</a:t>
            </a:r>
          </a:p>
          <a:p>
            <a:pPr marL="882650" lvl="1" indent="-285750">
              <a:spcBef>
                <a:spcPts val="1000"/>
              </a:spcBef>
              <a:buSzPts val="1400"/>
            </a:pPr>
            <a:r>
              <a:rPr lang="cs-CZ" dirty="0"/>
              <a:t>Třeba analyzovat 10000 her</a:t>
            </a:r>
          </a:p>
          <a:p>
            <a:pPr marL="425450" indent="-285750">
              <a:spcBef>
                <a:spcPts val="1000"/>
              </a:spcBef>
              <a:buSzPts val="1400"/>
            </a:pPr>
            <a:r>
              <a:rPr lang="cs-CZ" dirty="0"/>
              <a:t>Nakonec využito Stockfish.exe – hloubka analýzy 15</a:t>
            </a:r>
          </a:p>
          <a:p>
            <a:pPr marL="882650" lvl="1" indent="-285750">
              <a:spcBef>
                <a:spcPts val="1000"/>
              </a:spcBef>
              <a:buSzPts val="1400"/>
            </a:pPr>
            <a:endParaRPr lang="cs-CZ" dirty="0"/>
          </a:p>
          <a:p>
            <a:pPr marL="882650" lvl="1" indent="-285750">
              <a:spcBef>
                <a:spcPts val="1000"/>
              </a:spcBef>
              <a:buSzPts val="14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2566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5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6277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ANALÝZA DAT </a:t>
            </a:r>
            <a:endParaRPr dirty="0"/>
          </a:p>
        </p:txBody>
      </p:sp>
      <p:sp>
        <p:nvSpPr>
          <p:cNvPr id="329" name="Google Shape;329;p25"/>
          <p:cNvSpPr txBox="1"/>
          <p:nvPr/>
        </p:nvSpPr>
        <p:spPr>
          <a:xfrm>
            <a:off x="440416" y="1129182"/>
            <a:ext cx="2567751" cy="71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cs-CZ" sz="2800" b="1" dirty="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rPr>
              <a:t>Obecné statistiky výher</a:t>
            </a:r>
            <a:endParaRPr sz="2000" b="1" dirty="0">
              <a:solidFill>
                <a:schemeClr val="dk1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332" name="Google Shape;332;p25"/>
          <p:cNvSpPr txBox="1"/>
          <p:nvPr/>
        </p:nvSpPr>
        <p:spPr>
          <a:xfrm>
            <a:off x="440416" y="2006575"/>
            <a:ext cx="2328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cs-CZ" sz="2800" b="1" dirty="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rPr>
              <a:t>Analýza matů</a:t>
            </a:r>
            <a:endParaRPr sz="2800" b="1" dirty="0">
              <a:solidFill>
                <a:schemeClr val="dk1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335" name="Google Shape;335;p25"/>
          <p:cNvSpPr txBox="1"/>
          <p:nvPr/>
        </p:nvSpPr>
        <p:spPr>
          <a:xfrm>
            <a:off x="6447424" y="3115038"/>
            <a:ext cx="2328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cs-CZ" sz="2800" b="1" dirty="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rPr>
              <a:t>Výkonnost dle herních fází</a:t>
            </a:r>
            <a:endParaRPr sz="2800" b="1" dirty="0">
              <a:solidFill>
                <a:schemeClr val="dk1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338" name="Google Shape;338;p25"/>
          <p:cNvSpPr txBox="1"/>
          <p:nvPr/>
        </p:nvSpPr>
        <p:spPr>
          <a:xfrm>
            <a:off x="5788465" y="1261823"/>
            <a:ext cx="2987559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cs-CZ" sz="2800" b="1" dirty="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rPr>
              <a:t>Time Management</a:t>
            </a:r>
            <a:endParaRPr sz="2800" b="1" dirty="0">
              <a:solidFill>
                <a:schemeClr val="dk1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341" name="Google Shape;341;p25"/>
          <p:cNvSpPr txBox="1"/>
          <p:nvPr/>
        </p:nvSpPr>
        <p:spPr>
          <a:xfrm>
            <a:off x="6447424" y="2069921"/>
            <a:ext cx="2328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cs-CZ" sz="2800" b="1" dirty="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rPr>
              <a:t>Analýza rošád</a:t>
            </a:r>
            <a:endParaRPr sz="2800" b="1" dirty="0">
              <a:solidFill>
                <a:schemeClr val="dk1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501745" y="3255782"/>
            <a:ext cx="2328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cs-CZ" sz="2800" b="1" dirty="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rPr>
              <a:t>Analýza chyb</a:t>
            </a:r>
            <a:endParaRPr sz="2800" b="1" dirty="0">
              <a:solidFill>
                <a:schemeClr val="dk1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346" name="Google Shape;346;p25"/>
          <p:cNvSpPr/>
          <p:nvPr/>
        </p:nvSpPr>
        <p:spPr>
          <a:xfrm>
            <a:off x="3947089" y="1394695"/>
            <a:ext cx="1249822" cy="3209350"/>
          </a:xfrm>
          <a:custGeom>
            <a:avLst/>
            <a:gdLst/>
            <a:ahLst/>
            <a:cxnLst/>
            <a:rect l="l" t="t" r="r" b="b"/>
            <a:pathLst>
              <a:path w="16063" h="40711" extrusionOk="0">
                <a:moveTo>
                  <a:pt x="8329" y="1"/>
                </a:moveTo>
                <a:cubicBezTo>
                  <a:pt x="7856" y="1"/>
                  <a:pt x="7503" y="14"/>
                  <a:pt x="7260" y="55"/>
                </a:cubicBezTo>
                <a:cubicBezTo>
                  <a:pt x="6704" y="163"/>
                  <a:pt x="6839" y="407"/>
                  <a:pt x="6921" y="515"/>
                </a:cubicBezTo>
                <a:cubicBezTo>
                  <a:pt x="7056" y="718"/>
                  <a:pt x="7233" y="976"/>
                  <a:pt x="7408" y="1219"/>
                </a:cubicBezTo>
                <a:cubicBezTo>
                  <a:pt x="7720" y="1693"/>
                  <a:pt x="7639" y="1842"/>
                  <a:pt x="7585" y="1910"/>
                </a:cubicBezTo>
                <a:cubicBezTo>
                  <a:pt x="7567" y="1927"/>
                  <a:pt x="7543" y="1935"/>
                  <a:pt x="7514" y="1935"/>
                </a:cubicBezTo>
                <a:cubicBezTo>
                  <a:pt x="7319" y="1935"/>
                  <a:pt x="6899" y="1580"/>
                  <a:pt x="6664" y="1368"/>
                </a:cubicBezTo>
                <a:cubicBezTo>
                  <a:pt x="6522" y="1248"/>
                  <a:pt x="6391" y="1168"/>
                  <a:pt x="6299" y="1168"/>
                </a:cubicBezTo>
                <a:cubicBezTo>
                  <a:pt x="6215" y="1168"/>
                  <a:pt x="6162" y="1234"/>
                  <a:pt x="6162" y="1395"/>
                </a:cubicBezTo>
                <a:lnTo>
                  <a:pt x="6162" y="3697"/>
                </a:lnTo>
                <a:cubicBezTo>
                  <a:pt x="6162" y="3831"/>
                  <a:pt x="6213" y="3906"/>
                  <a:pt x="6319" y="3906"/>
                </a:cubicBezTo>
                <a:cubicBezTo>
                  <a:pt x="6417" y="3906"/>
                  <a:pt x="6562" y="3841"/>
                  <a:pt x="6758" y="3697"/>
                </a:cubicBezTo>
                <a:cubicBezTo>
                  <a:pt x="7116" y="3427"/>
                  <a:pt x="7413" y="3207"/>
                  <a:pt x="7532" y="3207"/>
                </a:cubicBezTo>
                <a:cubicBezTo>
                  <a:pt x="7561" y="3207"/>
                  <a:pt x="7579" y="3221"/>
                  <a:pt x="7585" y="3251"/>
                </a:cubicBezTo>
                <a:cubicBezTo>
                  <a:pt x="7598" y="3413"/>
                  <a:pt x="7598" y="3549"/>
                  <a:pt x="7462" y="3711"/>
                </a:cubicBezTo>
                <a:cubicBezTo>
                  <a:pt x="7341" y="3860"/>
                  <a:pt x="7056" y="4158"/>
                  <a:pt x="6866" y="4388"/>
                </a:cubicBezTo>
                <a:cubicBezTo>
                  <a:pt x="6610" y="4699"/>
                  <a:pt x="6812" y="4768"/>
                  <a:pt x="6893" y="4768"/>
                </a:cubicBezTo>
                <a:lnTo>
                  <a:pt x="7354" y="4768"/>
                </a:lnTo>
                <a:lnTo>
                  <a:pt x="7354" y="4808"/>
                </a:lnTo>
                <a:lnTo>
                  <a:pt x="7354" y="5309"/>
                </a:lnTo>
                <a:cubicBezTo>
                  <a:pt x="6880" y="5391"/>
                  <a:pt x="6704" y="6041"/>
                  <a:pt x="7124" y="6230"/>
                </a:cubicBezTo>
                <a:cubicBezTo>
                  <a:pt x="7124" y="6230"/>
                  <a:pt x="3468" y="6691"/>
                  <a:pt x="3427" y="7300"/>
                </a:cubicBezTo>
                <a:cubicBezTo>
                  <a:pt x="3414" y="7747"/>
                  <a:pt x="4564" y="10089"/>
                  <a:pt x="5255" y="11702"/>
                </a:cubicBezTo>
                <a:lnTo>
                  <a:pt x="5255" y="11687"/>
                </a:lnTo>
                <a:cubicBezTo>
                  <a:pt x="5553" y="12365"/>
                  <a:pt x="5702" y="12839"/>
                  <a:pt x="5770" y="13137"/>
                </a:cubicBezTo>
                <a:cubicBezTo>
                  <a:pt x="5566" y="13110"/>
                  <a:pt x="5445" y="13083"/>
                  <a:pt x="5445" y="13083"/>
                </a:cubicBezTo>
                <a:cubicBezTo>
                  <a:pt x="5418" y="13079"/>
                  <a:pt x="5391" y="13077"/>
                  <a:pt x="5364" y="13077"/>
                </a:cubicBezTo>
                <a:cubicBezTo>
                  <a:pt x="5097" y="13077"/>
                  <a:pt x="4857" y="13259"/>
                  <a:pt x="4808" y="13529"/>
                </a:cubicBezTo>
                <a:cubicBezTo>
                  <a:pt x="4768" y="13773"/>
                  <a:pt x="4903" y="14017"/>
                  <a:pt x="5120" y="14112"/>
                </a:cubicBezTo>
                <a:cubicBezTo>
                  <a:pt x="4862" y="14085"/>
                  <a:pt x="4714" y="14058"/>
                  <a:pt x="4714" y="14058"/>
                </a:cubicBezTo>
                <a:cubicBezTo>
                  <a:pt x="4671" y="14052"/>
                  <a:pt x="4629" y="14049"/>
                  <a:pt x="4587" y="14049"/>
                </a:cubicBezTo>
                <a:cubicBezTo>
                  <a:pt x="4162" y="14049"/>
                  <a:pt x="3787" y="14356"/>
                  <a:pt x="3724" y="14775"/>
                </a:cubicBezTo>
                <a:cubicBezTo>
                  <a:pt x="3643" y="15250"/>
                  <a:pt x="3968" y="15696"/>
                  <a:pt x="4443" y="15764"/>
                </a:cubicBezTo>
                <a:cubicBezTo>
                  <a:pt x="4447" y="15769"/>
                  <a:pt x="4452" y="15772"/>
                  <a:pt x="4457" y="15774"/>
                </a:cubicBezTo>
                <a:lnTo>
                  <a:pt x="4457" y="15774"/>
                </a:lnTo>
                <a:cubicBezTo>
                  <a:pt x="4197" y="15749"/>
                  <a:pt x="4050" y="15737"/>
                  <a:pt x="4050" y="15737"/>
                </a:cubicBezTo>
                <a:cubicBezTo>
                  <a:pt x="4008" y="15732"/>
                  <a:pt x="3967" y="15729"/>
                  <a:pt x="3926" y="15729"/>
                </a:cubicBezTo>
                <a:cubicBezTo>
                  <a:pt x="3461" y="15729"/>
                  <a:pt x="3056" y="16077"/>
                  <a:pt x="2993" y="16550"/>
                </a:cubicBezTo>
                <a:cubicBezTo>
                  <a:pt x="2926" y="17064"/>
                  <a:pt x="3291" y="17538"/>
                  <a:pt x="3820" y="17606"/>
                </a:cubicBezTo>
                <a:cubicBezTo>
                  <a:pt x="3860" y="17606"/>
                  <a:pt x="4645" y="17700"/>
                  <a:pt x="5945" y="17769"/>
                </a:cubicBezTo>
                <a:cubicBezTo>
                  <a:pt x="5945" y="17769"/>
                  <a:pt x="5945" y="17863"/>
                  <a:pt x="5960" y="17890"/>
                </a:cubicBezTo>
                <a:cubicBezTo>
                  <a:pt x="6095" y="20788"/>
                  <a:pt x="6135" y="29645"/>
                  <a:pt x="4470" y="32287"/>
                </a:cubicBezTo>
                <a:cubicBezTo>
                  <a:pt x="4437" y="32284"/>
                  <a:pt x="4404" y="32283"/>
                  <a:pt x="4372" y="32283"/>
                </a:cubicBezTo>
                <a:cubicBezTo>
                  <a:pt x="3578" y="32283"/>
                  <a:pt x="2956" y="33072"/>
                  <a:pt x="3372" y="34074"/>
                </a:cubicBezTo>
                <a:cubicBezTo>
                  <a:pt x="1707" y="34141"/>
                  <a:pt x="732" y="35808"/>
                  <a:pt x="2005" y="37054"/>
                </a:cubicBezTo>
                <a:cubicBezTo>
                  <a:pt x="1" y="37960"/>
                  <a:pt x="95" y="39220"/>
                  <a:pt x="2520" y="40006"/>
                </a:cubicBezTo>
                <a:cubicBezTo>
                  <a:pt x="4618" y="40669"/>
                  <a:pt x="7558" y="40710"/>
                  <a:pt x="8329" y="40710"/>
                </a:cubicBezTo>
                <a:lnTo>
                  <a:pt x="9074" y="40710"/>
                </a:lnTo>
                <a:cubicBezTo>
                  <a:pt x="9087" y="40696"/>
                  <a:pt x="9087" y="40696"/>
                  <a:pt x="9101" y="40696"/>
                </a:cubicBezTo>
                <a:lnTo>
                  <a:pt x="9399" y="40696"/>
                </a:lnTo>
                <a:cubicBezTo>
                  <a:pt x="9494" y="40683"/>
                  <a:pt x="9589" y="40683"/>
                  <a:pt x="9697" y="40683"/>
                </a:cubicBezTo>
                <a:lnTo>
                  <a:pt x="9737" y="40683"/>
                </a:lnTo>
                <a:cubicBezTo>
                  <a:pt x="9833" y="40669"/>
                  <a:pt x="9941" y="40669"/>
                  <a:pt x="10049" y="40656"/>
                </a:cubicBezTo>
                <a:lnTo>
                  <a:pt x="10090" y="40656"/>
                </a:lnTo>
                <a:cubicBezTo>
                  <a:pt x="10198" y="40656"/>
                  <a:pt x="10306" y="40642"/>
                  <a:pt x="10415" y="40629"/>
                </a:cubicBezTo>
                <a:lnTo>
                  <a:pt x="10469" y="40629"/>
                </a:lnTo>
                <a:cubicBezTo>
                  <a:pt x="10577" y="40629"/>
                  <a:pt x="10700" y="40615"/>
                  <a:pt x="10808" y="40602"/>
                </a:cubicBezTo>
                <a:lnTo>
                  <a:pt x="10862" y="40602"/>
                </a:lnTo>
                <a:cubicBezTo>
                  <a:pt x="10983" y="40588"/>
                  <a:pt x="11106" y="40575"/>
                  <a:pt x="11214" y="40561"/>
                </a:cubicBezTo>
                <a:lnTo>
                  <a:pt x="11268" y="40561"/>
                </a:lnTo>
                <a:lnTo>
                  <a:pt x="11633" y="40521"/>
                </a:lnTo>
                <a:cubicBezTo>
                  <a:pt x="11661" y="40506"/>
                  <a:pt x="11675" y="40506"/>
                  <a:pt x="11688" y="40506"/>
                </a:cubicBezTo>
                <a:cubicBezTo>
                  <a:pt x="11810" y="40493"/>
                  <a:pt x="11931" y="40479"/>
                  <a:pt x="12067" y="40452"/>
                </a:cubicBezTo>
                <a:lnTo>
                  <a:pt x="12108" y="40452"/>
                </a:lnTo>
                <a:cubicBezTo>
                  <a:pt x="12243" y="40425"/>
                  <a:pt x="12365" y="40412"/>
                  <a:pt x="12487" y="40385"/>
                </a:cubicBezTo>
                <a:lnTo>
                  <a:pt x="12541" y="40385"/>
                </a:lnTo>
                <a:cubicBezTo>
                  <a:pt x="12663" y="40358"/>
                  <a:pt x="12785" y="40331"/>
                  <a:pt x="12921" y="40304"/>
                </a:cubicBezTo>
                <a:lnTo>
                  <a:pt x="12948" y="40304"/>
                </a:lnTo>
                <a:cubicBezTo>
                  <a:pt x="13083" y="40277"/>
                  <a:pt x="13204" y="40250"/>
                  <a:pt x="13327" y="40223"/>
                </a:cubicBezTo>
                <a:cubicBezTo>
                  <a:pt x="13340" y="40223"/>
                  <a:pt x="13354" y="40209"/>
                  <a:pt x="13354" y="40209"/>
                </a:cubicBezTo>
                <a:cubicBezTo>
                  <a:pt x="13489" y="40181"/>
                  <a:pt x="13611" y="40154"/>
                  <a:pt x="13746" y="40114"/>
                </a:cubicBezTo>
                <a:lnTo>
                  <a:pt x="13760" y="40114"/>
                </a:lnTo>
                <a:cubicBezTo>
                  <a:pt x="13882" y="40073"/>
                  <a:pt x="14017" y="40033"/>
                  <a:pt x="14139" y="40006"/>
                </a:cubicBezTo>
                <a:cubicBezTo>
                  <a:pt x="14519" y="39883"/>
                  <a:pt x="14844" y="39748"/>
                  <a:pt x="15100" y="39600"/>
                </a:cubicBezTo>
                <a:cubicBezTo>
                  <a:pt x="15737" y="39261"/>
                  <a:pt x="16062" y="38868"/>
                  <a:pt x="16062" y="38475"/>
                </a:cubicBezTo>
                <a:cubicBezTo>
                  <a:pt x="16062" y="38408"/>
                  <a:pt x="16062" y="38340"/>
                  <a:pt x="16048" y="38272"/>
                </a:cubicBezTo>
                <a:cubicBezTo>
                  <a:pt x="16035" y="38245"/>
                  <a:pt x="16021" y="38204"/>
                  <a:pt x="16008" y="38177"/>
                </a:cubicBezTo>
                <a:cubicBezTo>
                  <a:pt x="15967" y="38042"/>
                  <a:pt x="15873" y="37920"/>
                  <a:pt x="15765" y="37785"/>
                </a:cubicBezTo>
                <a:cubicBezTo>
                  <a:pt x="15521" y="37527"/>
                  <a:pt x="15155" y="37283"/>
                  <a:pt x="14654" y="37054"/>
                </a:cubicBezTo>
                <a:cubicBezTo>
                  <a:pt x="14817" y="36891"/>
                  <a:pt x="14952" y="36729"/>
                  <a:pt x="15046" y="36579"/>
                </a:cubicBezTo>
                <a:cubicBezTo>
                  <a:pt x="15087" y="36498"/>
                  <a:pt x="15127" y="36417"/>
                  <a:pt x="15155" y="36335"/>
                </a:cubicBezTo>
                <a:cubicBezTo>
                  <a:pt x="15344" y="35862"/>
                  <a:pt x="15209" y="35387"/>
                  <a:pt x="14911" y="34995"/>
                </a:cubicBezTo>
                <a:cubicBezTo>
                  <a:pt x="14857" y="34941"/>
                  <a:pt x="14802" y="34873"/>
                  <a:pt x="14735" y="34818"/>
                </a:cubicBezTo>
                <a:cubicBezTo>
                  <a:pt x="14532" y="34602"/>
                  <a:pt x="14261" y="34426"/>
                  <a:pt x="13963" y="34291"/>
                </a:cubicBezTo>
                <a:cubicBezTo>
                  <a:pt x="13882" y="34250"/>
                  <a:pt x="13800" y="34210"/>
                  <a:pt x="13706" y="34183"/>
                </a:cubicBezTo>
                <a:cubicBezTo>
                  <a:pt x="13571" y="34141"/>
                  <a:pt x="13435" y="34101"/>
                  <a:pt x="13286" y="34074"/>
                </a:cubicBezTo>
                <a:cubicBezTo>
                  <a:pt x="13313" y="34006"/>
                  <a:pt x="13340" y="33939"/>
                  <a:pt x="13354" y="33885"/>
                </a:cubicBezTo>
                <a:cubicBezTo>
                  <a:pt x="13394" y="33749"/>
                  <a:pt x="13408" y="33627"/>
                  <a:pt x="13421" y="33518"/>
                </a:cubicBezTo>
                <a:cubicBezTo>
                  <a:pt x="13447" y="32796"/>
                  <a:pt x="12932" y="32283"/>
                  <a:pt x="12286" y="32283"/>
                </a:cubicBezTo>
                <a:cubicBezTo>
                  <a:pt x="12254" y="32283"/>
                  <a:pt x="12222" y="32284"/>
                  <a:pt x="12189" y="32287"/>
                </a:cubicBezTo>
                <a:cubicBezTo>
                  <a:pt x="11579" y="31324"/>
                  <a:pt x="11200" y="29510"/>
                  <a:pt x="10956" y="27465"/>
                </a:cubicBezTo>
                <a:cubicBezTo>
                  <a:pt x="10808" y="26165"/>
                  <a:pt x="10727" y="24770"/>
                  <a:pt x="10685" y="23430"/>
                </a:cubicBezTo>
                <a:cubicBezTo>
                  <a:pt x="10672" y="23050"/>
                  <a:pt x="10658" y="22671"/>
                  <a:pt x="10645" y="22305"/>
                </a:cubicBezTo>
                <a:cubicBezTo>
                  <a:pt x="10618" y="20382"/>
                  <a:pt x="10658" y="18690"/>
                  <a:pt x="10713" y="17755"/>
                </a:cubicBezTo>
                <a:cubicBezTo>
                  <a:pt x="11850" y="17687"/>
                  <a:pt x="12541" y="17606"/>
                  <a:pt x="12596" y="17606"/>
                </a:cubicBezTo>
                <a:cubicBezTo>
                  <a:pt x="13110" y="17538"/>
                  <a:pt x="13475" y="17064"/>
                  <a:pt x="13408" y="16550"/>
                </a:cubicBezTo>
                <a:cubicBezTo>
                  <a:pt x="13358" y="16077"/>
                  <a:pt x="12953" y="15729"/>
                  <a:pt x="12488" y="15729"/>
                </a:cubicBezTo>
                <a:cubicBezTo>
                  <a:pt x="12448" y="15729"/>
                  <a:pt x="12406" y="15732"/>
                  <a:pt x="12365" y="15737"/>
                </a:cubicBezTo>
                <a:cubicBezTo>
                  <a:pt x="12353" y="15737"/>
                  <a:pt x="12223" y="15748"/>
                  <a:pt x="11989" y="15772"/>
                </a:cubicBezTo>
                <a:lnTo>
                  <a:pt x="11989" y="15772"/>
                </a:lnTo>
                <a:cubicBezTo>
                  <a:pt x="12447" y="15677"/>
                  <a:pt x="12757" y="15253"/>
                  <a:pt x="12690" y="14789"/>
                </a:cubicBezTo>
                <a:cubicBezTo>
                  <a:pt x="12616" y="14357"/>
                  <a:pt x="12250" y="14049"/>
                  <a:pt x="11827" y="14049"/>
                </a:cubicBezTo>
                <a:cubicBezTo>
                  <a:pt x="11786" y="14049"/>
                  <a:pt x="11744" y="14052"/>
                  <a:pt x="11702" y="14058"/>
                </a:cubicBezTo>
                <a:cubicBezTo>
                  <a:pt x="11702" y="14058"/>
                  <a:pt x="11552" y="14085"/>
                  <a:pt x="11295" y="14112"/>
                </a:cubicBezTo>
                <a:cubicBezTo>
                  <a:pt x="11512" y="14004"/>
                  <a:pt x="11633" y="13773"/>
                  <a:pt x="11593" y="13529"/>
                </a:cubicBezTo>
                <a:cubicBezTo>
                  <a:pt x="11545" y="13264"/>
                  <a:pt x="11314" y="13074"/>
                  <a:pt x="11063" y="13074"/>
                </a:cubicBezTo>
                <a:cubicBezTo>
                  <a:pt x="11032" y="13074"/>
                  <a:pt x="11001" y="13077"/>
                  <a:pt x="10970" y="13083"/>
                </a:cubicBezTo>
                <a:cubicBezTo>
                  <a:pt x="10956" y="13083"/>
                  <a:pt x="10943" y="13096"/>
                  <a:pt x="10889" y="13096"/>
                </a:cubicBezTo>
                <a:cubicBezTo>
                  <a:pt x="10943" y="12812"/>
                  <a:pt x="11187" y="12202"/>
                  <a:pt x="11498" y="11485"/>
                </a:cubicBezTo>
                <a:lnTo>
                  <a:pt x="11702" y="11037"/>
                </a:lnTo>
                <a:cubicBezTo>
                  <a:pt x="11837" y="10726"/>
                  <a:pt x="11973" y="10414"/>
                  <a:pt x="12121" y="10089"/>
                </a:cubicBezTo>
                <a:cubicBezTo>
                  <a:pt x="12229" y="9860"/>
                  <a:pt x="12338" y="9629"/>
                  <a:pt x="12433" y="9399"/>
                </a:cubicBezTo>
                <a:cubicBezTo>
                  <a:pt x="12473" y="9318"/>
                  <a:pt x="12500" y="9250"/>
                  <a:pt x="12541" y="9168"/>
                </a:cubicBezTo>
                <a:cubicBezTo>
                  <a:pt x="12609" y="9020"/>
                  <a:pt x="12663" y="8885"/>
                  <a:pt x="12731" y="8735"/>
                </a:cubicBezTo>
                <a:lnTo>
                  <a:pt x="12812" y="8533"/>
                </a:lnTo>
                <a:cubicBezTo>
                  <a:pt x="12866" y="8397"/>
                  <a:pt x="12921" y="8275"/>
                  <a:pt x="12975" y="8153"/>
                </a:cubicBezTo>
                <a:cubicBezTo>
                  <a:pt x="12988" y="8099"/>
                  <a:pt x="13015" y="8045"/>
                  <a:pt x="13029" y="7991"/>
                </a:cubicBezTo>
                <a:cubicBezTo>
                  <a:pt x="13137" y="7720"/>
                  <a:pt x="13204" y="7503"/>
                  <a:pt x="13218" y="7368"/>
                </a:cubicBezTo>
                <a:cubicBezTo>
                  <a:pt x="13231" y="7341"/>
                  <a:pt x="13231" y="7327"/>
                  <a:pt x="13231" y="7300"/>
                </a:cubicBezTo>
                <a:cubicBezTo>
                  <a:pt x="13218" y="7232"/>
                  <a:pt x="13164" y="7151"/>
                  <a:pt x="13056" y="7083"/>
                </a:cubicBezTo>
                <a:cubicBezTo>
                  <a:pt x="12934" y="6989"/>
                  <a:pt x="12731" y="6907"/>
                  <a:pt x="12500" y="6826"/>
                </a:cubicBezTo>
                <a:cubicBezTo>
                  <a:pt x="12460" y="6812"/>
                  <a:pt x="12406" y="6799"/>
                  <a:pt x="12352" y="6785"/>
                </a:cubicBezTo>
                <a:cubicBezTo>
                  <a:pt x="12256" y="6758"/>
                  <a:pt x="12148" y="6718"/>
                  <a:pt x="12040" y="6691"/>
                </a:cubicBezTo>
                <a:lnTo>
                  <a:pt x="11715" y="6609"/>
                </a:lnTo>
                <a:cubicBezTo>
                  <a:pt x="10685" y="6379"/>
                  <a:pt x="9535" y="6230"/>
                  <a:pt x="9535" y="6230"/>
                </a:cubicBezTo>
                <a:cubicBezTo>
                  <a:pt x="9683" y="6189"/>
                  <a:pt x="9765" y="6054"/>
                  <a:pt x="9765" y="5905"/>
                </a:cubicBezTo>
                <a:cubicBezTo>
                  <a:pt x="9779" y="5878"/>
                  <a:pt x="9765" y="5851"/>
                  <a:pt x="9765" y="5837"/>
                </a:cubicBezTo>
                <a:cubicBezTo>
                  <a:pt x="9752" y="5647"/>
                  <a:pt x="9656" y="5458"/>
                  <a:pt x="9467" y="5363"/>
                </a:cubicBezTo>
                <a:cubicBezTo>
                  <a:pt x="9427" y="5336"/>
                  <a:pt x="9358" y="5309"/>
                  <a:pt x="9304" y="5309"/>
                </a:cubicBezTo>
                <a:lnTo>
                  <a:pt x="9304" y="4768"/>
                </a:lnTo>
                <a:lnTo>
                  <a:pt x="9765" y="4768"/>
                </a:lnTo>
                <a:cubicBezTo>
                  <a:pt x="9765" y="4768"/>
                  <a:pt x="9914" y="4741"/>
                  <a:pt x="9887" y="4591"/>
                </a:cubicBezTo>
                <a:cubicBezTo>
                  <a:pt x="9873" y="4537"/>
                  <a:pt x="9846" y="4470"/>
                  <a:pt x="9779" y="4388"/>
                </a:cubicBezTo>
                <a:cubicBezTo>
                  <a:pt x="9697" y="4266"/>
                  <a:pt x="9602" y="4145"/>
                  <a:pt x="9508" y="4036"/>
                </a:cubicBezTo>
                <a:cubicBezTo>
                  <a:pt x="9385" y="3901"/>
                  <a:pt x="9264" y="3778"/>
                  <a:pt x="9183" y="3684"/>
                </a:cubicBezTo>
                <a:cubicBezTo>
                  <a:pt x="9169" y="3670"/>
                  <a:pt x="9156" y="3643"/>
                  <a:pt x="9129" y="3630"/>
                </a:cubicBezTo>
                <a:cubicBezTo>
                  <a:pt x="9074" y="3549"/>
                  <a:pt x="9074" y="3372"/>
                  <a:pt x="9074" y="3251"/>
                </a:cubicBezTo>
                <a:cubicBezTo>
                  <a:pt x="9089" y="3248"/>
                  <a:pt x="9106" y="3246"/>
                  <a:pt x="9125" y="3246"/>
                </a:cubicBezTo>
                <a:cubicBezTo>
                  <a:pt x="9288" y="3246"/>
                  <a:pt x="9617" y="3353"/>
                  <a:pt x="9968" y="3643"/>
                </a:cubicBezTo>
                <a:cubicBezTo>
                  <a:pt x="10104" y="3778"/>
                  <a:pt x="10212" y="3847"/>
                  <a:pt x="10306" y="3874"/>
                </a:cubicBezTo>
                <a:cubicBezTo>
                  <a:pt x="10333" y="3887"/>
                  <a:pt x="10360" y="3887"/>
                  <a:pt x="10375" y="3901"/>
                </a:cubicBezTo>
                <a:cubicBezTo>
                  <a:pt x="10415" y="3901"/>
                  <a:pt x="10456" y="3874"/>
                  <a:pt x="10469" y="3847"/>
                </a:cubicBezTo>
                <a:cubicBezTo>
                  <a:pt x="10496" y="3806"/>
                  <a:pt x="10496" y="3765"/>
                  <a:pt x="10496" y="3697"/>
                </a:cubicBezTo>
                <a:lnTo>
                  <a:pt x="10496" y="1328"/>
                </a:lnTo>
                <a:cubicBezTo>
                  <a:pt x="10496" y="1246"/>
                  <a:pt x="10483" y="1192"/>
                  <a:pt x="10456" y="1165"/>
                </a:cubicBezTo>
                <a:cubicBezTo>
                  <a:pt x="10434" y="1149"/>
                  <a:pt x="10409" y="1141"/>
                  <a:pt x="10381" y="1141"/>
                </a:cubicBezTo>
                <a:cubicBezTo>
                  <a:pt x="10338" y="1141"/>
                  <a:pt x="10288" y="1159"/>
                  <a:pt x="10239" y="1192"/>
                </a:cubicBezTo>
                <a:cubicBezTo>
                  <a:pt x="10198" y="1219"/>
                  <a:pt x="10144" y="1274"/>
                  <a:pt x="10090" y="1328"/>
                </a:cubicBezTo>
                <a:cubicBezTo>
                  <a:pt x="10062" y="1355"/>
                  <a:pt x="10049" y="1395"/>
                  <a:pt x="10022" y="1422"/>
                </a:cubicBezTo>
                <a:cubicBezTo>
                  <a:pt x="9995" y="1463"/>
                  <a:pt x="9954" y="1517"/>
                  <a:pt x="9887" y="1572"/>
                </a:cubicBezTo>
                <a:cubicBezTo>
                  <a:pt x="9710" y="1720"/>
                  <a:pt x="9454" y="1869"/>
                  <a:pt x="9277" y="1924"/>
                </a:cubicBezTo>
                <a:cubicBezTo>
                  <a:pt x="9250" y="1937"/>
                  <a:pt x="9237" y="1937"/>
                  <a:pt x="9210" y="1951"/>
                </a:cubicBezTo>
                <a:lnTo>
                  <a:pt x="9114" y="1951"/>
                </a:lnTo>
                <a:cubicBezTo>
                  <a:pt x="9101" y="1951"/>
                  <a:pt x="9087" y="1924"/>
                  <a:pt x="9074" y="1910"/>
                </a:cubicBezTo>
                <a:cubicBezTo>
                  <a:pt x="9060" y="1720"/>
                  <a:pt x="9033" y="1517"/>
                  <a:pt x="9250" y="1219"/>
                </a:cubicBezTo>
                <a:cubicBezTo>
                  <a:pt x="9277" y="1192"/>
                  <a:pt x="9318" y="1151"/>
                  <a:pt x="9345" y="1111"/>
                </a:cubicBezTo>
                <a:cubicBezTo>
                  <a:pt x="9521" y="853"/>
                  <a:pt x="9752" y="555"/>
                  <a:pt x="9792" y="366"/>
                </a:cubicBezTo>
                <a:cubicBezTo>
                  <a:pt x="9806" y="326"/>
                  <a:pt x="9806" y="298"/>
                  <a:pt x="9806" y="271"/>
                </a:cubicBezTo>
                <a:cubicBezTo>
                  <a:pt x="9806" y="244"/>
                  <a:pt x="9792" y="230"/>
                  <a:pt x="9779" y="203"/>
                </a:cubicBezTo>
                <a:cubicBezTo>
                  <a:pt x="9765" y="190"/>
                  <a:pt x="9752" y="176"/>
                  <a:pt x="9737" y="176"/>
                </a:cubicBezTo>
                <a:cubicBezTo>
                  <a:pt x="9724" y="163"/>
                  <a:pt x="9724" y="149"/>
                  <a:pt x="9710" y="149"/>
                </a:cubicBezTo>
                <a:lnTo>
                  <a:pt x="9629" y="109"/>
                </a:lnTo>
                <a:cubicBezTo>
                  <a:pt x="9616" y="109"/>
                  <a:pt x="9602" y="109"/>
                  <a:pt x="9589" y="95"/>
                </a:cubicBezTo>
                <a:cubicBezTo>
                  <a:pt x="9562" y="82"/>
                  <a:pt x="9521" y="82"/>
                  <a:pt x="9467" y="68"/>
                </a:cubicBezTo>
                <a:lnTo>
                  <a:pt x="9440" y="68"/>
                </a:lnTo>
                <a:cubicBezTo>
                  <a:pt x="9385" y="55"/>
                  <a:pt x="9331" y="41"/>
                  <a:pt x="9277" y="41"/>
                </a:cubicBezTo>
                <a:lnTo>
                  <a:pt x="9250" y="41"/>
                </a:lnTo>
                <a:cubicBezTo>
                  <a:pt x="9183" y="28"/>
                  <a:pt x="9101" y="28"/>
                  <a:pt x="9033" y="14"/>
                </a:cubicBezTo>
                <a:lnTo>
                  <a:pt x="9006" y="14"/>
                </a:lnTo>
                <a:cubicBezTo>
                  <a:pt x="8925" y="14"/>
                  <a:pt x="8844" y="14"/>
                  <a:pt x="87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7" name="Google Shape;347;p25"/>
          <p:cNvCxnSpPr>
            <a:cxnSpLocks/>
          </p:cNvCxnSpPr>
          <p:nvPr/>
        </p:nvCxnSpPr>
        <p:spPr>
          <a:xfrm>
            <a:off x="3048598" y="1670701"/>
            <a:ext cx="1488975" cy="48432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348" name="Google Shape;348;p25"/>
          <p:cNvCxnSpPr>
            <a:cxnSpLocks/>
          </p:cNvCxnSpPr>
          <p:nvPr/>
        </p:nvCxnSpPr>
        <p:spPr>
          <a:xfrm flipH="1">
            <a:off x="4613910" y="1500983"/>
            <a:ext cx="1348301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349" name="Google Shape;349;p25"/>
          <p:cNvCxnSpPr>
            <a:cxnSpLocks/>
          </p:cNvCxnSpPr>
          <p:nvPr/>
        </p:nvCxnSpPr>
        <p:spPr>
          <a:xfrm>
            <a:off x="3048597" y="4419980"/>
            <a:ext cx="1169912" cy="228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350" name="Google Shape;350;p25"/>
          <p:cNvCxnSpPr>
            <a:stCxn id="341" idx="1"/>
          </p:cNvCxnSpPr>
          <p:nvPr/>
        </p:nvCxnSpPr>
        <p:spPr>
          <a:xfrm rot="10800000">
            <a:off x="4656772" y="1769641"/>
            <a:ext cx="1790653" cy="57463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351" name="Google Shape;351;p25"/>
          <p:cNvCxnSpPr>
            <a:cxnSpLocks/>
          </p:cNvCxnSpPr>
          <p:nvPr/>
        </p:nvCxnSpPr>
        <p:spPr>
          <a:xfrm>
            <a:off x="3048597" y="2770919"/>
            <a:ext cx="1404136" cy="34411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diamond" w="med" len="med"/>
            <a:tailEnd type="diamond" w="med" len="med"/>
          </a:ln>
        </p:spPr>
      </p:cxnSp>
      <p:sp>
        <p:nvSpPr>
          <p:cNvPr id="12" name="Google Shape;344;p25">
            <a:extLst>
              <a:ext uri="{FF2B5EF4-FFF2-40B4-BE49-F238E27FC236}">
                <a16:creationId xmlns:a16="http://schemas.microsoft.com/office/drawing/2014/main" id="{03D16B52-6708-0415-BF42-00E28958C8D7}"/>
              </a:ext>
            </a:extLst>
          </p:cNvPr>
          <p:cNvSpPr txBox="1"/>
          <p:nvPr/>
        </p:nvSpPr>
        <p:spPr>
          <a:xfrm>
            <a:off x="5674243" y="3686118"/>
            <a:ext cx="3101781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cs-CZ" sz="2800" b="1" dirty="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rPr>
              <a:t>Statistiky zahájení</a:t>
            </a:r>
            <a:endParaRPr sz="2800" b="1" dirty="0">
              <a:solidFill>
                <a:schemeClr val="dk1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3" name="Google Shape;335;p25">
            <a:extLst>
              <a:ext uri="{FF2B5EF4-FFF2-40B4-BE49-F238E27FC236}">
                <a16:creationId xmlns:a16="http://schemas.microsoft.com/office/drawing/2014/main" id="{12F47AB1-0E66-519C-1F71-6A36BB5892F5}"/>
              </a:ext>
            </a:extLst>
          </p:cNvPr>
          <p:cNvSpPr txBox="1"/>
          <p:nvPr/>
        </p:nvSpPr>
        <p:spPr>
          <a:xfrm>
            <a:off x="440416" y="4145630"/>
            <a:ext cx="2696723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cs-CZ" sz="2700" b="1" dirty="0" err="1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rPr>
              <a:t>Ragequit</a:t>
            </a:r>
            <a:r>
              <a:rPr lang="cs-CZ" sz="2800" b="1" dirty="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rPr>
              <a:t> Analýza</a:t>
            </a:r>
            <a:endParaRPr sz="2800" b="1" dirty="0">
              <a:solidFill>
                <a:schemeClr val="dk1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sp>
        <p:nvSpPr>
          <p:cNvPr id="14" name="Google Shape;332;p25">
            <a:extLst>
              <a:ext uri="{FF2B5EF4-FFF2-40B4-BE49-F238E27FC236}">
                <a16:creationId xmlns:a16="http://schemas.microsoft.com/office/drawing/2014/main" id="{A3FE43A2-9DF5-6A66-322E-3C121C5A1EE6}"/>
              </a:ext>
            </a:extLst>
          </p:cNvPr>
          <p:cNvSpPr txBox="1"/>
          <p:nvPr/>
        </p:nvSpPr>
        <p:spPr>
          <a:xfrm>
            <a:off x="440416" y="2496569"/>
            <a:ext cx="2482118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cs-CZ" sz="2800" b="1" dirty="0">
                <a:solidFill>
                  <a:schemeClr val="dk1"/>
                </a:solidFill>
                <a:latin typeface="Oranienbaum"/>
                <a:ea typeface="Oranienbaum"/>
                <a:cs typeface="Oranienbaum"/>
                <a:sym typeface="Oranienbaum"/>
              </a:rPr>
              <a:t>Silné stránky</a:t>
            </a:r>
            <a:endParaRPr sz="2800" b="1" dirty="0">
              <a:solidFill>
                <a:schemeClr val="dk1"/>
              </a:solidFill>
              <a:latin typeface="Oranienbaum"/>
              <a:ea typeface="Oranienbaum"/>
              <a:cs typeface="Oranienbaum"/>
              <a:sym typeface="Oranienbaum"/>
            </a:endParaRPr>
          </a:p>
        </p:txBody>
      </p:sp>
      <p:cxnSp>
        <p:nvCxnSpPr>
          <p:cNvPr id="16" name="Google Shape;349;p25">
            <a:extLst>
              <a:ext uri="{FF2B5EF4-FFF2-40B4-BE49-F238E27FC236}">
                <a16:creationId xmlns:a16="http://schemas.microsoft.com/office/drawing/2014/main" id="{B62B3DDB-317C-4512-06C5-1BFD3DDACCC7}"/>
              </a:ext>
            </a:extLst>
          </p:cNvPr>
          <p:cNvCxnSpPr>
            <a:cxnSpLocks/>
          </p:cNvCxnSpPr>
          <p:nvPr/>
        </p:nvCxnSpPr>
        <p:spPr>
          <a:xfrm>
            <a:off x="4869923" y="3932484"/>
            <a:ext cx="1003611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19" name="Google Shape;351;p25">
            <a:extLst>
              <a:ext uri="{FF2B5EF4-FFF2-40B4-BE49-F238E27FC236}">
                <a16:creationId xmlns:a16="http://schemas.microsoft.com/office/drawing/2014/main" id="{7CBB3181-E5AE-95A5-971B-1CFD05A5832B}"/>
              </a:ext>
            </a:extLst>
          </p:cNvPr>
          <p:cNvCxnSpPr>
            <a:cxnSpLocks/>
          </p:cNvCxnSpPr>
          <p:nvPr/>
        </p:nvCxnSpPr>
        <p:spPr>
          <a:xfrm>
            <a:off x="3048597" y="3530132"/>
            <a:ext cx="1488976" cy="55227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31" name="Google Shape;349;p25">
            <a:extLst>
              <a:ext uri="{FF2B5EF4-FFF2-40B4-BE49-F238E27FC236}">
                <a16:creationId xmlns:a16="http://schemas.microsoft.com/office/drawing/2014/main" id="{D03EB8DC-C269-EFA3-84F1-E50BFBE8E9F6}"/>
              </a:ext>
            </a:extLst>
          </p:cNvPr>
          <p:cNvCxnSpPr>
            <a:cxnSpLocks/>
          </p:cNvCxnSpPr>
          <p:nvPr/>
        </p:nvCxnSpPr>
        <p:spPr>
          <a:xfrm>
            <a:off x="3031258" y="2280925"/>
            <a:ext cx="1332586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35" name="Google Shape;351;p25">
            <a:extLst>
              <a:ext uri="{FF2B5EF4-FFF2-40B4-BE49-F238E27FC236}">
                <a16:creationId xmlns:a16="http://schemas.microsoft.com/office/drawing/2014/main" id="{FB164A01-0C45-44C7-FE27-DB1AD8CD4B6C}"/>
              </a:ext>
            </a:extLst>
          </p:cNvPr>
          <p:cNvCxnSpPr>
            <a:cxnSpLocks/>
          </p:cNvCxnSpPr>
          <p:nvPr/>
        </p:nvCxnSpPr>
        <p:spPr>
          <a:xfrm>
            <a:off x="4790620" y="2641001"/>
            <a:ext cx="1656804" cy="53042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diamond" w="med" len="med"/>
            <a:tailEnd type="diamond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CA902427-DE8F-8329-1CB7-AFEDB08C8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300" y="870474"/>
            <a:ext cx="5238600" cy="3175745"/>
          </a:xfrm>
        </p:spPr>
        <p:txBody>
          <a:bodyPr/>
          <a:lstStyle/>
          <a:p>
            <a:r>
              <a:rPr lang="cs-CZ" sz="6600" dirty="0"/>
              <a:t>Obecné statistiky výher</a:t>
            </a:r>
          </a:p>
        </p:txBody>
      </p:sp>
    </p:spTree>
    <p:extLst>
      <p:ext uri="{BB962C8B-B14F-4D97-AF65-F5344CB8AC3E}">
        <p14:creationId xmlns:p14="http://schemas.microsoft.com/office/powerpoint/2010/main" val="3216833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62AC55FE-5F27-451A-9948-84CEC7DB9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269" y="409732"/>
            <a:ext cx="7140042" cy="423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54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04250226-26FF-CF7C-1B0D-6FF11ACC7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41" y="409239"/>
            <a:ext cx="7726517" cy="4325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1854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No description has been provided for this image">
            <a:extLst>
              <a:ext uri="{FF2B5EF4-FFF2-40B4-BE49-F238E27FC236}">
                <a16:creationId xmlns:a16="http://schemas.microsoft.com/office/drawing/2014/main" id="{A54C14EB-C050-6A4A-1E88-0508CBF17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54" y="542692"/>
            <a:ext cx="771366" cy="4221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No description has been provided for this image">
            <a:extLst>
              <a:ext uri="{FF2B5EF4-FFF2-40B4-BE49-F238E27FC236}">
                <a16:creationId xmlns:a16="http://schemas.microsoft.com/office/drawing/2014/main" id="{630C57E1-AB07-D7EE-90B4-01C1C9B76B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106"/>
          <a:stretch>
            <a:fillRect/>
          </a:stretch>
        </p:blipFill>
        <p:spPr bwMode="auto">
          <a:xfrm>
            <a:off x="2874365" y="379142"/>
            <a:ext cx="5369305" cy="1732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No description has been provided for this image">
            <a:extLst>
              <a:ext uri="{FF2B5EF4-FFF2-40B4-BE49-F238E27FC236}">
                <a16:creationId xmlns:a16="http://schemas.microsoft.com/office/drawing/2014/main" id="{76FDD632-ED42-B91F-8B38-0D72C4E940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" t="92516"/>
          <a:stretch>
            <a:fillRect/>
          </a:stretch>
        </p:blipFill>
        <p:spPr bwMode="auto">
          <a:xfrm>
            <a:off x="2874364" y="2564779"/>
            <a:ext cx="5369305" cy="2199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Přímá spojnice se šipkou 4">
            <a:extLst>
              <a:ext uri="{FF2B5EF4-FFF2-40B4-BE49-F238E27FC236}">
                <a16:creationId xmlns:a16="http://schemas.microsoft.com/office/drawing/2014/main" id="{1E8DFAE5-7832-214E-3F30-A61FA557DFB1}"/>
              </a:ext>
            </a:extLst>
          </p:cNvPr>
          <p:cNvCxnSpPr>
            <a:cxnSpLocks/>
          </p:cNvCxnSpPr>
          <p:nvPr/>
        </p:nvCxnSpPr>
        <p:spPr>
          <a:xfrm flipV="1">
            <a:off x="1181533" y="3776546"/>
            <a:ext cx="1465023" cy="676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Přímá spojnice se šipkou 7">
            <a:extLst>
              <a:ext uri="{FF2B5EF4-FFF2-40B4-BE49-F238E27FC236}">
                <a16:creationId xmlns:a16="http://schemas.microsoft.com/office/drawing/2014/main" id="{F4250C32-32B4-FEAC-B028-61D0BC0AFCAD}"/>
              </a:ext>
            </a:extLst>
          </p:cNvPr>
          <p:cNvCxnSpPr>
            <a:cxnSpLocks/>
          </p:cNvCxnSpPr>
          <p:nvPr/>
        </p:nvCxnSpPr>
        <p:spPr>
          <a:xfrm>
            <a:off x="1420399" y="772222"/>
            <a:ext cx="1300499" cy="3131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bdélník 10">
            <a:extLst>
              <a:ext uri="{FF2B5EF4-FFF2-40B4-BE49-F238E27FC236}">
                <a16:creationId xmlns:a16="http://schemas.microsoft.com/office/drawing/2014/main" id="{5143548F-9113-660B-C36F-71A294C72E37}"/>
              </a:ext>
            </a:extLst>
          </p:cNvPr>
          <p:cNvSpPr/>
          <p:nvPr/>
        </p:nvSpPr>
        <p:spPr>
          <a:xfrm>
            <a:off x="630354" y="4453054"/>
            <a:ext cx="771366" cy="3113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09FA1C6A-87AB-DD93-8ACA-A0C6DA81E043}"/>
              </a:ext>
            </a:extLst>
          </p:cNvPr>
          <p:cNvSpPr/>
          <p:nvPr/>
        </p:nvSpPr>
        <p:spPr>
          <a:xfrm>
            <a:off x="630354" y="542692"/>
            <a:ext cx="771366" cy="2295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7645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ext, snímek obrazovky, Písmo, dokument&#10;&#10;Obsah generovaný pomocí AI může být nesprávný.">
            <a:extLst>
              <a:ext uri="{FF2B5EF4-FFF2-40B4-BE49-F238E27FC236}">
                <a16:creationId xmlns:a16="http://schemas.microsoft.com/office/drawing/2014/main" id="{5229E3C3-19E1-ED9C-FD67-ED3B6638A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833" y="350760"/>
            <a:ext cx="4068563" cy="44419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Rukopis 5">
                <a:extLst>
                  <a:ext uri="{FF2B5EF4-FFF2-40B4-BE49-F238E27FC236}">
                    <a16:creationId xmlns:a16="http://schemas.microsoft.com/office/drawing/2014/main" id="{2E757B07-2237-DC0C-B8FD-1C890CA2F1BE}"/>
                  </a:ext>
                </a:extLst>
              </p14:cNvPr>
              <p14:cNvContentPartPr/>
              <p14:nvPr/>
            </p14:nvContentPartPr>
            <p14:xfrm>
              <a:off x="2460465" y="3727060"/>
              <a:ext cx="3223440" cy="360"/>
            </p14:xfrm>
          </p:contentPart>
        </mc:Choice>
        <mc:Fallback xmlns="">
          <p:pic>
            <p:nvPicPr>
              <p:cNvPr id="6" name="Rukopis 5">
                <a:extLst>
                  <a:ext uri="{FF2B5EF4-FFF2-40B4-BE49-F238E27FC236}">
                    <a16:creationId xmlns:a16="http://schemas.microsoft.com/office/drawing/2014/main" id="{2E757B07-2237-DC0C-B8FD-1C890CA2F1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54345" y="3720940"/>
                <a:ext cx="32356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Rukopis 6">
                <a:extLst>
                  <a:ext uri="{FF2B5EF4-FFF2-40B4-BE49-F238E27FC236}">
                    <a16:creationId xmlns:a16="http://schemas.microsoft.com/office/drawing/2014/main" id="{A834FD09-D3F8-FE84-A697-E05685EC1A66}"/>
                  </a:ext>
                </a:extLst>
              </p14:cNvPr>
              <p14:cNvContentPartPr/>
              <p14:nvPr/>
            </p14:nvContentPartPr>
            <p14:xfrm>
              <a:off x="2475585" y="523060"/>
              <a:ext cx="2551320" cy="360"/>
            </p14:xfrm>
          </p:contentPart>
        </mc:Choice>
        <mc:Fallback xmlns="">
          <p:pic>
            <p:nvPicPr>
              <p:cNvPr id="7" name="Rukopis 6">
                <a:extLst>
                  <a:ext uri="{FF2B5EF4-FFF2-40B4-BE49-F238E27FC236}">
                    <a16:creationId xmlns:a16="http://schemas.microsoft.com/office/drawing/2014/main" id="{A834FD09-D3F8-FE84-A697-E05685EC1A6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69465" y="516940"/>
                <a:ext cx="25635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Rukopis 9">
                <a:extLst>
                  <a:ext uri="{FF2B5EF4-FFF2-40B4-BE49-F238E27FC236}">
                    <a16:creationId xmlns:a16="http://schemas.microsoft.com/office/drawing/2014/main" id="{9507266D-BA6A-3A24-18C6-2F88D9BB4507}"/>
                  </a:ext>
                </a:extLst>
              </p14:cNvPr>
              <p14:cNvContentPartPr/>
              <p14:nvPr/>
            </p14:nvContentPartPr>
            <p14:xfrm>
              <a:off x="2433075" y="3704220"/>
              <a:ext cx="1040760" cy="113040"/>
            </p14:xfrm>
          </p:contentPart>
        </mc:Choice>
        <mc:Fallback xmlns="">
          <p:pic>
            <p:nvPicPr>
              <p:cNvPr id="10" name="Rukopis 9">
                <a:extLst>
                  <a:ext uri="{FF2B5EF4-FFF2-40B4-BE49-F238E27FC236}">
                    <a16:creationId xmlns:a16="http://schemas.microsoft.com/office/drawing/2014/main" id="{9507266D-BA6A-3A24-18C6-2F88D9BB450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15075" y="3668580"/>
                <a:ext cx="107640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Rukopis 10">
                <a:extLst>
                  <a:ext uri="{FF2B5EF4-FFF2-40B4-BE49-F238E27FC236}">
                    <a16:creationId xmlns:a16="http://schemas.microsoft.com/office/drawing/2014/main" id="{62287828-1AD8-9112-484C-F7458EE94DC8}"/>
                  </a:ext>
                </a:extLst>
              </p14:cNvPr>
              <p14:cNvContentPartPr/>
              <p14:nvPr/>
            </p14:nvContentPartPr>
            <p14:xfrm>
              <a:off x="2398515" y="3765060"/>
              <a:ext cx="182880" cy="28440"/>
            </p14:xfrm>
          </p:contentPart>
        </mc:Choice>
        <mc:Fallback xmlns="">
          <p:pic>
            <p:nvPicPr>
              <p:cNvPr id="11" name="Rukopis 10">
                <a:extLst>
                  <a:ext uri="{FF2B5EF4-FFF2-40B4-BE49-F238E27FC236}">
                    <a16:creationId xmlns:a16="http://schemas.microsoft.com/office/drawing/2014/main" id="{62287828-1AD8-9112-484C-F7458EE94DC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80515" y="3729420"/>
                <a:ext cx="218520" cy="10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3432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6F056-33A0-9AFD-7763-88F257AA6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BDCA3CB5-6531-67E8-405E-AC8D28E03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300" y="870475"/>
            <a:ext cx="5238600" cy="1701276"/>
          </a:xfrm>
        </p:spPr>
        <p:txBody>
          <a:bodyPr/>
          <a:lstStyle/>
          <a:p>
            <a:r>
              <a:rPr lang="cs-CZ" sz="6600" dirty="0"/>
              <a:t>Analýza matů</a:t>
            </a:r>
          </a:p>
        </p:txBody>
      </p:sp>
    </p:spTree>
    <p:extLst>
      <p:ext uri="{BB962C8B-B14F-4D97-AF65-F5344CB8AC3E}">
        <p14:creationId xmlns:p14="http://schemas.microsoft.com/office/powerpoint/2010/main" val="476291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4FCEA-2BAA-747D-6E33-6950B4D34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, snímek obrazovky, diagram, číslo&#10;&#10;Obsah generovaný pomocí AI může být nesprávný.">
            <a:extLst>
              <a:ext uri="{FF2B5EF4-FFF2-40B4-BE49-F238E27FC236}">
                <a16:creationId xmlns:a16="http://schemas.microsoft.com/office/drawing/2014/main" id="{8B9DC40F-1B9B-BCB3-3C21-EDE69860C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296" y="372260"/>
            <a:ext cx="6313407" cy="439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81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10942-ECA2-321D-AC64-52C316C1E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, snímek obrazovky, diagram, Vykreslený graf&#10;&#10;Obsah generovaný pomocí AI může být nesprávný.">
            <a:extLst>
              <a:ext uri="{FF2B5EF4-FFF2-40B4-BE49-F238E27FC236}">
                <a16:creationId xmlns:a16="http://schemas.microsoft.com/office/drawing/2014/main" id="{026BF884-04CF-3C01-EF05-954C8B9CC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693" y="331221"/>
            <a:ext cx="6672613" cy="448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17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Obsah obrázku text, snímek obrazovky, Písmo, číslo">
            <a:extLst>
              <a:ext uri="{FF2B5EF4-FFF2-40B4-BE49-F238E27FC236}">
                <a16:creationId xmlns:a16="http://schemas.microsoft.com/office/drawing/2014/main" id="{C7635716-99CF-B703-697F-6B048A4F0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00" y="983848"/>
            <a:ext cx="8214800" cy="29274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Rukopis 4">
                <a:extLst>
                  <a:ext uri="{FF2B5EF4-FFF2-40B4-BE49-F238E27FC236}">
                    <a16:creationId xmlns:a16="http://schemas.microsoft.com/office/drawing/2014/main" id="{FF714273-0DA1-1B0A-6578-22463AAF15DA}"/>
                  </a:ext>
                </a:extLst>
              </p14:cNvPr>
              <p14:cNvContentPartPr/>
              <p14:nvPr/>
            </p14:nvContentPartPr>
            <p14:xfrm>
              <a:off x="2337749" y="3679770"/>
              <a:ext cx="5898600" cy="36360"/>
            </p14:xfrm>
          </p:contentPart>
        </mc:Choice>
        <mc:Fallback xmlns="">
          <p:pic>
            <p:nvPicPr>
              <p:cNvPr id="5" name="Rukopis 4">
                <a:extLst>
                  <a:ext uri="{FF2B5EF4-FFF2-40B4-BE49-F238E27FC236}">
                    <a16:creationId xmlns:a16="http://schemas.microsoft.com/office/drawing/2014/main" id="{FF714273-0DA1-1B0A-6578-22463AAF15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66109" y="3536130"/>
                <a:ext cx="6042240" cy="32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6098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AE657-82C3-D652-CFB1-05D4C5FB5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B1749F97-7A81-A34A-62AE-9BBBE01DA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300" y="870475"/>
            <a:ext cx="5238600" cy="2162658"/>
          </a:xfrm>
        </p:spPr>
        <p:txBody>
          <a:bodyPr/>
          <a:lstStyle/>
          <a:p>
            <a:r>
              <a:rPr lang="cs-CZ" sz="6600" dirty="0"/>
              <a:t>Výkonnost dle herních fází</a:t>
            </a:r>
          </a:p>
        </p:txBody>
      </p:sp>
    </p:spTree>
    <p:extLst>
      <p:ext uri="{BB962C8B-B14F-4D97-AF65-F5344CB8AC3E}">
        <p14:creationId xmlns:p14="http://schemas.microsoft.com/office/powerpoint/2010/main" val="1178134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624FF-698A-AB5C-C4D3-C45422621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 descr="No description has been provided for this image">
            <a:extLst>
              <a:ext uri="{FF2B5EF4-FFF2-40B4-BE49-F238E27FC236}">
                <a16:creationId xmlns:a16="http://schemas.microsoft.com/office/drawing/2014/main" id="{2E23E953-AFB3-8FE0-0141-C8E709C49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63" y="1121162"/>
            <a:ext cx="8289073" cy="290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1882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69348-DD41-76AC-D1EA-87DF41AEA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No description has been provided for this image">
            <a:extLst>
              <a:ext uri="{FF2B5EF4-FFF2-40B4-BE49-F238E27FC236}">
                <a16:creationId xmlns:a16="http://schemas.microsoft.com/office/drawing/2014/main" id="{CE77B6B9-DC17-7674-8D4C-071AC2CA7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85" y="875721"/>
            <a:ext cx="8043746" cy="3392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751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, Písmo, snímek obrazovky, řada/pruh">
            <a:extLst>
              <a:ext uri="{FF2B5EF4-FFF2-40B4-BE49-F238E27FC236}">
                <a16:creationId xmlns:a16="http://schemas.microsoft.com/office/drawing/2014/main" id="{74C6C994-4499-F39E-91D5-334D22CAA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40" y="1964581"/>
            <a:ext cx="7992319" cy="12143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Rukopis 3">
                <a:extLst>
                  <a:ext uri="{FF2B5EF4-FFF2-40B4-BE49-F238E27FC236}">
                    <a16:creationId xmlns:a16="http://schemas.microsoft.com/office/drawing/2014/main" id="{2A46D4E1-2A3A-DE2E-783C-248DD9908BDE}"/>
                  </a:ext>
                </a:extLst>
              </p14:cNvPr>
              <p14:cNvContentPartPr/>
              <p14:nvPr/>
            </p14:nvContentPartPr>
            <p14:xfrm>
              <a:off x="2766149" y="2384490"/>
              <a:ext cx="518760" cy="360"/>
            </p14:xfrm>
          </p:contentPart>
        </mc:Choice>
        <mc:Fallback xmlns="">
          <p:pic>
            <p:nvPicPr>
              <p:cNvPr id="4" name="Rukopis 3">
                <a:extLst>
                  <a:ext uri="{FF2B5EF4-FFF2-40B4-BE49-F238E27FC236}">
                    <a16:creationId xmlns:a16="http://schemas.microsoft.com/office/drawing/2014/main" id="{2A46D4E1-2A3A-DE2E-783C-248DD9908B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94149" y="2240490"/>
                <a:ext cx="6624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Rukopis 4">
                <a:extLst>
                  <a:ext uri="{FF2B5EF4-FFF2-40B4-BE49-F238E27FC236}">
                    <a16:creationId xmlns:a16="http://schemas.microsoft.com/office/drawing/2014/main" id="{8E872650-F97B-E87F-65F4-B54DCFF5BBCA}"/>
                  </a:ext>
                </a:extLst>
              </p14:cNvPr>
              <p14:cNvContentPartPr/>
              <p14:nvPr/>
            </p14:nvContentPartPr>
            <p14:xfrm>
              <a:off x="4745429" y="2442450"/>
              <a:ext cx="749880" cy="360"/>
            </p14:xfrm>
          </p:contentPart>
        </mc:Choice>
        <mc:Fallback xmlns="">
          <p:pic>
            <p:nvPicPr>
              <p:cNvPr id="5" name="Rukopis 4">
                <a:extLst>
                  <a:ext uri="{FF2B5EF4-FFF2-40B4-BE49-F238E27FC236}">
                    <a16:creationId xmlns:a16="http://schemas.microsoft.com/office/drawing/2014/main" id="{8E872650-F97B-E87F-65F4-B54DCFF5BBC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73789" y="2298450"/>
                <a:ext cx="8935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Rukopis 5">
                <a:extLst>
                  <a:ext uri="{FF2B5EF4-FFF2-40B4-BE49-F238E27FC236}">
                    <a16:creationId xmlns:a16="http://schemas.microsoft.com/office/drawing/2014/main" id="{BCCC13F6-5FDB-D6DC-3F3E-794BA9288604}"/>
                  </a:ext>
                </a:extLst>
              </p14:cNvPr>
              <p14:cNvContentPartPr/>
              <p14:nvPr/>
            </p14:nvContentPartPr>
            <p14:xfrm>
              <a:off x="6516269" y="2407530"/>
              <a:ext cx="807120" cy="47880"/>
            </p14:xfrm>
          </p:contentPart>
        </mc:Choice>
        <mc:Fallback xmlns="">
          <p:pic>
            <p:nvPicPr>
              <p:cNvPr id="6" name="Rukopis 5">
                <a:extLst>
                  <a:ext uri="{FF2B5EF4-FFF2-40B4-BE49-F238E27FC236}">
                    <a16:creationId xmlns:a16="http://schemas.microsoft.com/office/drawing/2014/main" id="{BCCC13F6-5FDB-D6DC-3F3E-794BA928860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44269" y="2263530"/>
                <a:ext cx="95076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Rukopis 6">
                <a:extLst>
                  <a:ext uri="{FF2B5EF4-FFF2-40B4-BE49-F238E27FC236}">
                    <a16:creationId xmlns:a16="http://schemas.microsoft.com/office/drawing/2014/main" id="{4FD241EB-27F8-584A-0B34-44BABC602898}"/>
                  </a:ext>
                </a:extLst>
              </p14:cNvPr>
              <p14:cNvContentPartPr/>
              <p14:nvPr/>
            </p14:nvContentPartPr>
            <p14:xfrm>
              <a:off x="1828709" y="2418690"/>
              <a:ext cx="1252440" cy="36720"/>
            </p14:xfrm>
          </p:contentPart>
        </mc:Choice>
        <mc:Fallback xmlns="">
          <p:pic>
            <p:nvPicPr>
              <p:cNvPr id="7" name="Rukopis 6">
                <a:extLst>
                  <a:ext uri="{FF2B5EF4-FFF2-40B4-BE49-F238E27FC236}">
                    <a16:creationId xmlns:a16="http://schemas.microsoft.com/office/drawing/2014/main" id="{4FD241EB-27F8-584A-0B34-44BABC60289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57069" y="2275050"/>
                <a:ext cx="139608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Rukopis 7">
                <a:extLst>
                  <a:ext uri="{FF2B5EF4-FFF2-40B4-BE49-F238E27FC236}">
                    <a16:creationId xmlns:a16="http://schemas.microsoft.com/office/drawing/2014/main" id="{0D1B412E-7C50-CF41-B38D-D5E6A355B1BD}"/>
                  </a:ext>
                </a:extLst>
              </p14:cNvPr>
              <p14:cNvContentPartPr/>
              <p14:nvPr/>
            </p14:nvContentPartPr>
            <p14:xfrm>
              <a:off x="3634469" y="2409330"/>
              <a:ext cx="1164240" cy="46800"/>
            </p14:xfrm>
          </p:contentPart>
        </mc:Choice>
        <mc:Fallback xmlns="">
          <p:pic>
            <p:nvPicPr>
              <p:cNvPr id="8" name="Rukopis 7">
                <a:extLst>
                  <a:ext uri="{FF2B5EF4-FFF2-40B4-BE49-F238E27FC236}">
                    <a16:creationId xmlns:a16="http://schemas.microsoft.com/office/drawing/2014/main" id="{0D1B412E-7C50-CF41-B38D-D5E6A355B1B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62469" y="2265330"/>
                <a:ext cx="130788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Rukopis 8">
                <a:extLst>
                  <a:ext uri="{FF2B5EF4-FFF2-40B4-BE49-F238E27FC236}">
                    <a16:creationId xmlns:a16="http://schemas.microsoft.com/office/drawing/2014/main" id="{97ABBA39-87A3-4223-2B62-0E5AB83E78ED}"/>
                  </a:ext>
                </a:extLst>
              </p14:cNvPr>
              <p14:cNvContentPartPr/>
              <p14:nvPr/>
            </p14:nvContentPartPr>
            <p14:xfrm>
              <a:off x="5740829" y="2340930"/>
              <a:ext cx="911520" cy="171000"/>
            </p14:xfrm>
          </p:contentPart>
        </mc:Choice>
        <mc:Fallback xmlns="">
          <p:pic>
            <p:nvPicPr>
              <p:cNvPr id="9" name="Rukopis 8">
                <a:extLst>
                  <a:ext uri="{FF2B5EF4-FFF2-40B4-BE49-F238E27FC236}">
                    <a16:creationId xmlns:a16="http://schemas.microsoft.com/office/drawing/2014/main" id="{97ABBA39-87A3-4223-2B62-0E5AB83E78E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668829" y="2196930"/>
                <a:ext cx="105516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Rukopis 9">
                <a:extLst>
                  <a:ext uri="{FF2B5EF4-FFF2-40B4-BE49-F238E27FC236}">
                    <a16:creationId xmlns:a16="http://schemas.microsoft.com/office/drawing/2014/main" id="{3F775B9E-A0EB-578A-2DE4-A47B7EBEF1A8}"/>
                  </a:ext>
                </a:extLst>
              </p14:cNvPr>
              <p14:cNvContentPartPr/>
              <p14:nvPr/>
            </p14:nvContentPartPr>
            <p14:xfrm>
              <a:off x="2546189" y="2904330"/>
              <a:ext cx="872640" cy="128520"/>
            </p14:xfrm>
          </p:contentPart>
        </mc:Choice>
        <mc:Fallback xmlns="">
          <p:pic>
            <p:nvPicPr>
              <p:cNvPr id="10" name="Rukopis 9">
                <a:extLst>
                  <a:ext uri="{FF2B5EF4-FFF2-40B4-BE49-F238E27FC236}">
                    <a16:creationId xmlns:a16="http://schemas.microsoft.com/office/drawing/2014/main" id="{3F775B9E-A0EB-578A-2DE4-A47B7EBEF1A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474189" y="2760330"/>
                <a:ext cx="1016280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Rukopis 10">
                <a:extLst>
                  <a:ext uri="{FF2B5EF4-FFF2-40B4-BE49-F238E27FC236}">
                    <a16:creationId xmlns:a16="http://schemas.microsoft.com/office/drawing/2014/main" id="{CDD14ABA-BE03-D0B2-1CF4-8B8FB9425BD3}"/>
                  </a:ext>
                </a:extLst>
              </p14:cNvPr>
              <p14:cNvContentPartPr/>
              <p14:nvPr/>
            </p14:nvContentPartPr>
            <p14:xfrm>
              <a:off x="2567789" y="2939970"/>
              <a:ext cx="1113480" cy="35640"/>
            </p14:xfrm>
          </p:contentPart>
        </mc:Choice>
        <mc:Fallback xmlns="">
          <p:pic>
            <p:nvPicPr>
              <p:cNvPr id="11" name="Rukopis 10">
                <a:extLst>
                  <a:ext uri="{FF2B5EF4-FFF2-40B4-BE49-F238E27FC236}">
                    <a16:creationId xmlns:a16="http://schemas.microsoft.com/office/drawing/2014/main" id="{CDD14ABA-BE03-D0B2-1CF4-8B8FB9425BD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495789" y="2796330"/>
                <a:ext cx="1257120" cy="32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5722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F549C-896A-5BEA-2778-73AA980D5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2C72F436-12C1-D3A4-AC0B-49FF55B33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300" y="870474"/>
            <a:ext cx="5238600" cy="2214697"/>
          </a:xfrm>
        </p:spPr>
        <p:txBody>
          <a:bodyPr/>
          <a:lstStyle/>
          <a:p>
            <a:r>
              <a:rPr lang="cs-CZ" sz="6600" dirty="0"/>
              <a:t>Time Management</a:t>
            </a:r>
          </a:p>
        </p:txBody>
      </p:sp>
    </p:spTree>
    <p:extLst>
      <p:ext uri="{BB962C8B-B14F-4D97-AF65-F5344CB8AC3E}">
        <p14:creationId xmlns:p14="http://schemas.microsoft.com/office/powerpoint/2010/main" val="1123040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6B62E-A6A1-42E2-F408-A86E1C187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13B210F1-C96B-4D51-D33C-45730C0DC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38" y="366036"/>
            <a:ext cx="6986123" cy="441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1180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10CA51AE-0ADC-FDE0-AAD5-6AB576163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57" y="1713313"/>
            <a:ext cx="7635286" cy="171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96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3C58F-05C9-F098-3001-FE3780EE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2202006F-42CE-286C-B598-6B532B69E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300" y="870474"/>
            <a:ext cx="5238600" cy="1634833"/>
          </a:xfrm>
        </p:spPr>
        <p:txBody>
          <a:bodyPr/>
          <a:lstStyle/>
          <a:p>
            <a:r>
              <a:rPr lang="cs-CZ" sz="6600" dirty="0"/>
              <a:t>Analýza rošád</a:t>
            </a:r>
          </a:p>
        </p:txBody>
      </p:sp>
    </p:spTree>
    <p:extLst>
      <p:ext uri="{BB962C8B-B14F-4D97-AF65-F5344CB8AC3E}">
        <p14:creationId xmlns:p14="http://schemas.microsoft.com/office/powerpoint/2010/main" val="1392799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1D618-DE32-829D-2AD4-58BB8F6A4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EF5440F1-7F1F-7058-8B29-174C727F5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44" y="1113503"/>
            <a:ext cx="8341112" cy="2916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4987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ext, snímek obrazovky, Písmo, číslo">
            <a:extLst>
              <a:ext uri="{FF2B5EF4-FFF2-40B4-BE49-F238E27FC236}">
                <a16:creationId xmlns:a16="http://schemas.microsoft.com/office/drawing/2014/main" id="{9918D4E7-4378-35E8-C160-11CACF5BE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21" y="1203768"/>
            <a:ext cx="8153158" cy="250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72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67CD2-B205-D843-F7C1-676271E9D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40831908-D097-22A0-C8A6-919C2F7E6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300" y="870474"/>
            <a:ext cx="5238600" cy="2348511"/>
          </a:xfrm>
        </p:spPr>
        <p:txBody>
          <a:bodyPr/>
          <a:lstStyle/>
          <a:p>
            <a:r>
              <a:rPr lang="cs-CZ" sz="6600" dirty="0"/>
              <a:t>Analýza chyb a hrubek</a:t>
            </a:r>
          </a:p>
        </p:txBody>
      </p:sp>
    </p:spTree>
    <p:extLst>
      <p:ext uri="{BB962C8B-B14F-4D97-AF65-F5344CB8AC3E}">
        <p14:creationId xmlns:p14="http://schemas.microsoft.com/office/powerpoint/2010/main" val="25920552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EBE28-B7AB-E6CA-A8D4-1EABE9A1D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C76FCE11-10A6-6783-D3C4-1CC0C5066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05" y="1189143"/>
            <a:ext cx="8445190" cy="276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1355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F9C91-7DDE-DA1C-FC7D-6BCA15B36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, Písmo, snímek obrazovky, řada/pruh">
            <a:extLst>
              <a:ext uri="{FF2B5EF4-FFF2-40B4-BE49-F238E27FC236}">
                <a16:creationId xmlns:a16="http://schemas.microsoft.com/office/drawing/2014/main" id="{8353B51B-BEF0-CD03-2C2E-E4B4B54CE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83" y="1805651"/>
            <a:ext cx="8134634" cy="119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2154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0C083-4425-272A-A2E6-93F01FE62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866BABBC-EB60-F25A-7929-EA0FBE173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300" y="870474"/>
            <a:ext cx="5238600" cy="2222131"/>
          </a:xfrm>
        </p:spPr>
        <p:txBody>
          <a:bodyPr/>
          <a:lstStyle/>
          <a:p>
            <a:r>
              <a:rPr lang="cs-CZ" sz="6600" dirty="0"/>
              <a:t>Statistiky zahájení</a:t>
            </a:r>
          </a:p>
        </p:txBody>
      </p:sp>
    </p:spTree>
    <p:extLst>
      <p:ext uri="{BB962C8B-B14F-4D97-AF65-F5344CB8AC3E}">
        <p14:creationId xmlns:p14="http://schemas.microsoft.com/office/powerpoint/2010/main" val="20231550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C26C6-F083-64A2-BA2B-EC15E12B7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580E5EDA-6562-0E2D-8784-0B09BBB91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61" y="591712"/>
            <a:ext cx="8028877" cy="396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59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51631-C49F-C93A-C4A1-1E28C7F05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0E5EDA-6562-0E2D-8784-0B09BBB91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879" y="826192"/>
            <a:ext cx="6997526" cy="3451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2A8C50FA-C435-E1E3-FA24-B35F2A801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61" y="621045"/>
            <a:ext cx="7969406" cy="3930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0947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A30C7-0EF5-F57B-A016-B3CB45FE2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D6EF5CFA-38DD-C13F-8270-CE7CBA161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300" y="870474"/>
            <a:ext cx="5238600" cy="2236999"/>
          </a:xfrm>
        </p:spPr>
        <p:txBody>
          <a:bodyPr/>
          <a:lstStyle/>
          <a:p>
            <a:r>
              <a:rPr lang="cs-CZ" sz="6600" dirty="0"/>
              <a:t> </a:t>
            </a:r>
            <a:r>
              <a:rPr lang="cs-CZ" sz="6600" dirty="0" err="1"/>
              <a:t>Ragequit</a:t>
            </a:r>
            <a:r>
              <a:rPr lang="cs-CZ" sz="6600" dirty="0"/>
              <a:t> Analýza</a:t>
            </a:r>
          </a:p>
        </p:txBody>
      </p:sp>
    </p:spTree>
    <p:extLst>
      <p:ext uri="{BB962C8B-B14F-4D97-AF65-F5344CB8AC3E}">
        <p14:creationId xmlns:p14="http://schemas.microsoft.com/office/powerpoint/2010/main" val="10923275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DBE61-2AA8-A6C2-0FB0-E814F89BA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, snímek obrazovky, Písmo, kruh&#10;&#10;Obsah generovaný pomocí AI může být nesprávný.">
            <a:extLst>
              <a:ext uri="{FF2B5EF4-FFF2-40B4-BE49-F238E27FC236}">
                <a16:creationId xmlns:a16="http://schemas.microsoft.com/office/drawing/2014/main" id="{F319B1CE-E452-58E1-EF44-C2CCE73B2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870" y="508179"/>
            <a:ext cx="4838259" cy="412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8731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8494A-0F6D-585F-D103-2C97591B2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Obsah obrázku text, snímek obrazovky, diagram, Vykreslený graf&#10;&#10;Obsah generovaný pomocí AI může být nesprávný.">
            <a:extLst>
              <a:ext uri="{FF2B5EF4-FFF2-40B4-BE49-F238E27FC236}">
                <a16:creationId xmlns:a16="http://schemas.microsoft.com/office/drawing/2014/main" id="{C71EA97A-7262-F859-AB2E-A1D24AB27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85372"/>
            <a:ext cx="7772400" cy="417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599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58022-D9FB-BA83-B081-8F2C92AE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4D2B5101-9372-3F5B-57F3-60979AC7B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300" y="870474"/>
            <a:ext cx="5238600" cy="1597663"/>
          </a:xfrm>
        </p:spPr>
        <p:txBody>
          <a:bodyPr/>
          <a:lstStyle/>
          <a:p>
            <a:r>
              <a:rPr lang="cs-CZ" sz="6600" dirty="0"/>
              <a:t>Silné stránky</a:t>
            </a:r>
          </a:p>
        </p:txBody>
      </p:sp>
    </p:spTree>
    <p:extLst>
      <p:ext uri="{BB962C8B-B14F-4D97-AF65-F5344CB8AC3E}">
        <p14:creationId xmlns:p14="http://schemas.microsoft.com/office/powerpoint/2010/main" val="550485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No description has been provided for this image">
            <a:extLst>
              <a:ext uri="{FF2B5EF4-FFF2-40B4-BE49-F238E27FC236}">
                <a16:creationId xmlns:a16="http://schemas.microsoft.com/office/drawing/2014/main" id="{9E99C415-3DD5-D6B5-D016-E6FBA2B96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000" y="348552"/>
            <a:ext cx="7105999" cy="444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99687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6E9AE-585F-D997-C91F-B880AFBA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No description has been provided for this image">
            <a:extLst>
              <a:ext uri="{FF2B5EF4-FFF2-40B4-BE49-F238E27FC236}">
                <a16:creationId xmlns:a16="http://schemas.microsoft.com/office/drawing/2014/main" id="{4E389181-1008-D8B8-5719-71A41DB20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608" y="406262"/>
            <a:ext cx="5722783" cy="433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5794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6644B-5270-C695-61AB-50DE3EF90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>
            <a:extLst>
              <a:ext uri="{FF2B5EF4-FFF2-40B4-BE49-F238E27FC236}">
                <a16:creationId xmlns:a16="http://schemas.microsoft.com/office/drawing/2014/main" id="{B4C04D34-8251-C322-A9B2-F5DDCA13C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61" y="591712"/>
            <a:ext cx="8028878" cy="396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0258032"/>
      </p:ext>
    </p:extLst>
  </p:cSld>
  <p:clrMapOvr>
    <a:masterClrMapping/>
  </p:clrMapOvr>
</p:sld>
</file>

<file path=ppt/theme/theme1.xml><?xml version="1.0" encoding="utf-8"?>
<a:theme xmlns:a="http://schemas.openxmlformats.org/drawingml/2006/main" name="American Chess Day Infographics by Slidesgo">
  <a:themeElements>
    <a:clrScheme name="Simple Light">
      <a:dk1>
        <a:srgbClr val="523E32"/>
      </a:dk1>
      <a:lt1>
        <a:srgbClr val="816353"/>
      </a:lt1>
      <a:dk2>
        <a:srgbClr val="719972"/>
      </a:dk2>
      <a:lt2>
        <a:srgbClr val="F7F0E0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23E3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169</Words>
  <Application>Microsoft Office PowerPoint</Application>
  <PresentationFormat>Předvádění na obrazovce (16:9)</PresentationFormat>
  <Paragraphs>51</Paragraphs>
  <Slides>39</Slides>
  <Notes>7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39</vt:i4>
      </vt:variant>
    </vt:vector>
  </HeadingPairs>
  <TitlesOfParts>
    <vt:vector size="44" baseType="lpstr">
      <vt:lpstr>Anaheim</vt:lpstr>
      <vt:lpstr>Arial</vt:lpstr>
      <vt:lpstr>Oranienbaum</vt:lpstr>
      <vt:lpstr>Roboto Condensed Light</vt:lpstr>
      <vt:lpstr>American Chess Day Infographics by Slidesgo</vt:lpstr>
      <vt:lpstr>Analýza šachových partií</vt:lpstr>
      <vt:lpstr>METODOLOGIE VÝBĚRU DAT</vt:lpstr>
      <vt:lpstr>DATOVÁ PIPELINE</vt:lpstr>
      <vt:lpstr>TRANSFORMACE DAT</vt:lpstr>
      <vt:lpstr>TRANSFORMACE DAT</vt:lpstr>
      <vt:lpstr>ANALÝZA HER </vt:lpstr>
      <vt:lpstr>ANALÝZA DAT </vt:lpstr>
      <vt:lpstr>Obecné statistiky výher</vt:lpstr>
      <vt:lpstr>Prezentace aplikace PowerPoint</vt:lpstr>
      <vt:lpstr>Prezentace aplikace PowerPoint</vt:lpstr>
      <vt:lpstr>Prezentace aplikace PowerPoint</vt:lpstr>
      <vt:lpstr>Prezentace aplikace PowerPoint</vt:lpstr>
      <vt:lpstr>Analýza matů</vt:lpstr>
      <vt:lpstr>Prezentace aplikace PowerPoint</vt:lpstr>
      <vt:lpstr>Prezentace aplikace PowerPoint</vt:lpstr>
      <vt:lpstr>Prezentace aplikace PowerPoint</vt:lpstr>
      <vt:lpstr>Výkonnost dle herních fází</vt:lpstr>
      <vt:lpstr>Prezentace aplikace PowerPoint</vt:lpstr>
      <vt:lpstr>Prezentace aplikace PowerPoint</vt:lpstr>
      <vt:lpstr>Prezentace aplikace PowerPoint</vt:lpstr>
      <vt:lpstr>Time Management</vt:lpstr>
      <vt:lpstr>Prezentace aplikace PowerPoint</vt:lpstr>
      <vt:lpstr>Prezentace aplikace PowerPoint</vt:lpstr>
      <vt:lpstr>Analýza rošád</vt:lpstr>
      <vt:lpstr>Prezentace aplikace PowerPoint</vt:lpstr>
      <vt:lpstr>Prezentace aplikace PowerPoint</vt:lpstr>
      <vt:lpstr>Analýza chyb a hrubek</vt:lpstr>
      <vt:lpstr>Prezentace aplikace PowerPoint</vt:lpstr>
      <vt:lpstr>Prezentace aplikace PowerPoint</vt:lpstr>
      <vt:lpstr>Statistiky zahájení</vt:lpstr>
      <vt:lpstr>Prezentace aplikace PowerPoint</vt:lpstr>
      <vt:lpstr>Prezentace aplikace PowerPoint</vt:lpstr>
      <vt:lpstr> Ragequit Analýza</vt:lpstr>
      <vt:lpstr>Prezentace aplikace PowerPoint</vt:lpstr>
      <vt:lpstr>Prezentace aplikace PowerPoint</vt:lpstr>
      <vt:lpstr>Silné stránky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Viktor</dc:creator>
  <cp:lastModifiedBy>Viktor Havlik</cp:lastModifiedBy>
  <cp:revision>4</cp:revision>
  <dcterms:modified xsi:type="dcterms:W3CDTF">2026-01-13T16:50:57Z</dcterms:modified>
</cp:coreProperties>
</file>